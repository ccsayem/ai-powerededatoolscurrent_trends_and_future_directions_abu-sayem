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1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1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007208-DA91-4705-A9E1-B5E24D7BC49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255AB2-E663-4CAF-878B-5489203124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EDA to AI-Native Flow</a:t>
          </a:r>
        </a:p>
      </dgm:t>
    </dgm:pt>
    <dgm:pt modelId="{92D44277-B695-4D62-8714-104ABD4C6C4B}" type="parTrans" cxnId="{D090204F-194F-4E09-8E32-C40ABF0AAB5E}">
      <dgm:prSet/>
      <dgm:spPr/>
      <dgm:t>
        <a:bodyPr/>
        <a:lstStyle/>
        <a:p>
          <a:endParaRPr lang="en-US"/>
        </a:p>
      </dgm:t>
    </dgm:pt>
    <dgm:pt modelId="{170CE9C5-1FC1-4C5E-A650-1757CB02557B}" type="sibTrans" cxnId="{D090204F-194F-4E09-8E32-C40ABF0AAB5E}">
      <dgm:prSet/>
      <dgm:spPr/>
      <dgm:t>
        <a:bodyPr/>
        <a:lstStyle/>
        <a:p>
          <a:endParaRPr lang="en-US"/>
        </a:p>
      </dgm:t>
    </dgm:pt>
    <dgm:pt modelId="{AD7606A6-C6A3-443F-B961-DE4632B675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for Digital Physical Design</a:t>
          </a:r>
        </a:p>
      </dgm:t>
    </dgm:pt>
    <dgm:pt modelId="{464FC5C1-4CB8-41D1-9048-8740A155E671}" type="parTrans" cxnId="{B8EE800C-70C7-421C-9139-3F104BAA547B}">
      <dgm:prSet/>
      <dgm:spPr/>
      <dgm:t>
        <a:bodyPr/>
        <a:lstStyle/>
        <a:p>
          <a:endParaRPr lang="en-US"/>
        </a:p>
      </dgm:t>
    </dgm:pt>
    <dgm:pt modelId="{1E6B0B2F-68C0-4743-9307-0DBB45AA4F0D}" type="sibTrans" cxnId="{B8EE800C-70C7-421C-9139-3F104BAA547B}">
      <dgm:prSet/>
      <dgm:spPr/>
      <dgm:t>
        <a:bodyPr/>
        <a:lstStyle/>
        <a:p>
          <a:endParaRPr lang="en-US"/>
        </a:p>
      </dgm:t>
    </dgm:pt>
    <dgm:pt modelId="{D11B28D0-1B78-4173-A8B0-A55B823AA5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Graph Neural Networks &amp; Open Datasets</a:t>
          </a:r>
        </a:p>
      </dgm:t>
    </dgm:pt>
    <dgm:pt modelId="{5DA4908B-3A21-47AF-94A4-697A997687CD}" type="parTrans" cxnId="{8E423AD1-B0B7-4A45-B421-BCFB317DA4DE}">
      <dgm:prSet/>
      <dgm:spPr/>
      <dgm:t>
        <a:bodyPr/>
        <a:lstStyle/>
        <a:p>
          <a:endParaRPr lang="en-US"/>
        </a:p>
      </dgm:t>
    </dgm:pt>
    <dgm:pt modelId="{6B6788DC-2098-470B-B74F-60B0B6DFDD30}" type="sibTrans" cxnId="{8E423AD1-B0B7-4A45-B421-BCFB317DA4DE}">
      <dgm:prSet/>
      <dgm:spPr/>
      <dgm:t>
        <a:bodyPr/>
        <a:lstStyle/>
        <a:p>
          <a:endParaRPr lang="en-US"/>
        </a:p>
      </dgm:t>
    </dgm:pt>
    <dgm:pt modelId="{E9EB495F-1F65-4052-A765-B51AB35FFF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Verification &amp; High-Level Design with LLMs</a:t>
          </a:r>
        </a:p>
      </dgm:t>
    </dgm:pt>
    <dgm:pt modelId="{24C0B5E5-3196-4E70-82A5-AE27BAC4F4EB}" type="parTrans" cxnId="{C6E60924-4BE5-4537-99D2-E6E8E0A25894}">
      <dgm:prSet/>
      <dgm:spPr/>
      <dgm:t>
        <a:bodyPr/>
        <a:lstStyle/>
        <a:p>
          <a:endParaRPr lang="en-US"/>
        </a:p>
      </dgm:t>
    </dgm:pt>
    <dgm:pt modelId="{25FE0CFB-2BE7-4F32-9A37-BBF2E7E0C557}" type="sibTrans" cxnId="{C6E60924-4BE5-4537-99D2-E6E8E0A25894}">
      <dgm:prSet/>
      <dgm:spPr/>
      <dgm:t>
        <a:bodyPr/>
        <a:lstStyle/>
        <a:p>
          <a:endParaRPr lang="en-US"/>
        </a:p>
      </dgm:t>
    </dgm:pt>
    <dgm:pt modelId="{9B451C07-EEBE-412D-B02F-3F7E736690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Analog &amp; Mixed-Signal Optimization</a:t>
          </a:r>
        </a:p>
      </dgm:t>
    </dgm:pt>
    <dgm:pt modelId="{EF61CD09-3F05-4262-B259-0DA4F49E1BEA}" type="parTrans" cxnId="{A7429D55-6C07-4207-AA96-0823746AB23F}">
      <dgm:prSet/>
      <dgm:spPr/>
      <dgm:t>
        <a:bodyPr/>
        <a:lstStyle/>
        <a:p>
          <a:endParaRPr lang="en-US"/>
        </a:p>
      </dgm:t>
    </dgm:pt>
    <dgm:pt modelId="{6640D95F-4C1F-4729-B885-F004C195BB6F}" type="sibTrans" cxnId="{A7429D55-6C07-4207-AA96-0823746AB23F}">
      <dgm:prSet/>
      <dgm:spPr/>
      <dgm:t>
        <a:bodyPr/>
        <a:lstStyle/>
        <a:p>
          <a:endParaRPr lang="en-US"/>
        </a:p>
      </dgm:t>
    </dgm:pt>
    <dgm:pt modelId="{6C3053DE-6E75-4C75-92BF-4B0E8A06B8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Commercial AI-Powered EDA Tools</a:t>
          </a:r>
        </a:p>
      </dgm:t>
    </dgm:pt>
    <dgm:pt modelId="{D09882BB-5A5A-4EAC-BB48-49C140396356}" type="parTrans" cxnId="{ADBC5429-C0AD-4243-AD3C-EFBAA687F1E5}">
      <dgm:prSet/>
      <dgm:spPr/>
      <dgm:t>
        <a:bodyPr/>
        <a:lstStyle/>
        <a:p>
          <a:endParaRPr lang="en-US"/>
        </a:p>
      </dgm:t>
    </dgm:pt>
    <dgm:pt modelId="{1B2BC1E5-ED35-4BDD-AFF4-DDAF6378C4DF}" type="sibTrans" cxnId="{ADBC5429-C0AD-4243-AD3C-EFBAA687F1E5}">
      <dgm:prSet/>
      <dgm:spPr/>
      <dgm:t>
        <a:bodyPr/>
        <a:lstStyle/>
        <a:p>
          <a:endParaRPr lang="en-US"/>
        </a:p>
      </dgm:t>
    </dgm:pt>
    <dgm:pt modelId="{6E1C7446-80BE-4924-A0CA-EF9FE51968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Benefits, Challenges &amp; Future Directions</a:t>
          </a:r>
        </a:p>
      </dgm:t>
    </dgm:pt>
    <dgm:pt modelId="{F6C78010-AF15-48E9-93BF-15B1D2FF75AC}" type="parTrans" cxnId="{A178A4FB-61F0-4CEA-9208-2D110CBBCD1B}">
      <dgm:prSet/>
      <dgm:spPr/>
      <dgm:t>
        <a:bodyPr/>
        <a:lstStyle/>
        <a:p>
          <a:endParaRPr lang="en-US"/>
        </a:p>
      </dgm:t>
    </dgm:pt>
    <dgm:pt modelId="{6CA127F2-797C-491D-B8EE-F930BA3592F5}" type="sibTrans" cxnId="{A178A4FB-61F0-4CEA-9208-2D110CBBCD1B}">
      <dgm:prSet/>
      <dgm:spPr/>
      <dgm:t>
        <a:bodyPr/>
        <a:lstStyle/>
        <a:p>
          <a:endParaRPr lang="en-US"/>
        </a:p>
      </dgm:t>
    </dgm:pt>
    <dgm:pt modelId="{673AB909-A9DB-41E0-A6C6-88B94A3FB6D1}" type="pres">
      <dgm:prSet presAssocID="{B4007208-DA91-4705-A9E1-B5E24D7BC499}" presName="root" presStyleCnt="0">
        <dgm:presLayoutVars>
          <dgm:dir/>
          <dgm:resizeHandles val="exact"/>
        </dgm:presLayoutVars>
      </dgm:prSet>
      <dgm:spPr/>
    </dgm:pt>
    <dgm:pt modelId="{FF06425D-F7D8-44AC-82BE-163716DDB351}" type="pres">
      <dgm:prSet presAssocID="{90255AB2-E663-4CAF-878B-54892031240A}" presName="compNode" presStyleCnt="0"/>
      <dgm:spPr/>
    </dgm:pt>
    <dgm:pt modelId="{18E503C6-1F03-44DE-A19A-B5E3A55D2266}" type="pres">
      <dgm:prSet presAssocID="{90255AB2-E663-4CAF-878B-54892031240A}" presName="bgRect" presStyleLbl="bgShp" presStyleIdx="0" presStyleCnt="7"/>
      <dgm:spPr/>
    </dgm:pt>
    <dgm:pt modelId="{A7F21626-6321-42A3-BD06-57466F561A06}" type="pres">
      <dgm:prSet presAssocID="{90255AB2-E663-4CAF-878B-54892031240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598ED55-35E2-47CB-B77D-99401D5944BE}" type="pres">
      <dgm:prSet presAssocID="{90255AB2-E663-4CAF-878B-54892031240A}" presName="spaceRect" presStyleCnt="0"/>
      <dgm:spPr/>
    </dgm:pt>
    <dgm:pt modelId="{8D7DEC6F-EDF3-4477-963B-45BE50B05003}" type="pres">
      <dgm:prSet presAssocID="{90255AB2-E663-4CAF-878B-54892031240A}" presName="parTx" presStyleLbl="revTx" presStyleIdx="0" presStyleCnt="7">
        <dgm:presLayoutVars>
          <dgm:chMax val="0"/>
          <dgm:chPref val="0"/>
        </dgm:presLayoutVars>
      </dgm:prSet>
      <dgm:spPr/>
    </dgm:pt>
    <dgm:pt modelId="{0DA6176E-B5C7-4D9F-A0FF-E6F061771F89}" type="pres">
      <dgm:prSet presAssocID="{170CE9C5-1FC1-4C5E-A650-1757CB02557B}" presName="sibTrans" presStyleCnt="0"/>
      <dgm:spPr/>
    </dgm:pt>
    <dgm:pt modelId="{4029BAA6-1026-4EEF-B406-49580148E194}" type="pres">
      <dgm:prSet presAssocID="{AD7606A6-C6A3-443F-B961-DE4632B67559}" presName="compNode" presStyleCnt="0"/>
      <dgm:spPr/>
    </dgm:pt>
    <dgm:pt modelId="{E143F72B-1C6B-4A8C-A212-6FC28D38CCA0}" type="pres">
      <dgm:prSet presAssocID="{AD7606A6-C6A3-443F-B961-DE4632B67559}" presName="bgRect" presStyleLbl="bgShp" presStyleIdx="1" presStyleCnt="7"/>
      <dgm:spPr/>
    </dgm:pt>
    <dgm:pt modelId="{86E58FF3-CD86-4AB5-965A-1B52E5A51F1E}" type="pres">
      <dgm:prSet presAssocID="{AD7606A6-C6A3-443F-B961-DE4632B6755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E2483E-B777-48B9-91DB-00216D975A4E}" type="pres">
      <dgm:prSet presAssocID="{AD7606A6-C6A3-443F-B961-DE4632B67559}" presName="spaceRect" presStyleCnt="0"/>
      <dgm:spPr/>
    </dgm:pt>
    <dgm:pt modelId="{DA619824-9BA6-4181-B0A1-C08968746DB3}" type="pres">
      <dgm:prSet presAssocID="{AD7606A6-C6A3-443F-B961-DE4632B67559}" presName="parTx" presStyleLbl="revTx" presStyleIdx="1" presStyleCnt="7">
        <dgm:presLayoutVars>
          <dgm:chMax val="0"/>
          <dgm:chPref val="0"/>
        </dgm:presLayoutVars>
      </dgm:prSet>
      <dgm:spPr/>
    </dgm:pt>
    <dgm:pt modelId="{84B54844-572A-4248-B8C2-79C78BE0F89A}" type="pres">
      <dgm:prSet presAssocID="{1E6B0B2F-68C0-4743-9307-0DBB45AA4F0D}" presName="sibTrans" presStyleCnt="0"/>
      <dgm:spPr/>
    </dgm:pt>
    <dgm:pt modelId="{412CBBD4-CA20-4ABB-944C-E148FC866502}" type="pres">
      <dgm:prSet presAssocID="{D11B28D0-1B78-4173-A8B0-A55B823AA52E}" presName="compNode" presStyleCnt="0"/>
      <dgm:spPr/>
    </dgm:pt>
    <dgm:pt modelId="{2E382AC4-B9B9-4DB7-947F-C66D0CBFE7A3}" type="pres">
      <dgm:prSet presAssocID="{D11B28D0-1B78-4173-A8B0-A55B823AA52E}" presName="bgRect" presStyleLbl="bgShp" presStyleIdx="2" presStyleCnt="7"/>
      <dgm:spPr/>
    </dgm:pt>
    <dgm:pt modelId="{87A61A19-64F4-4E4D-843D-38C731ECE505}" type="pres">
      <dgm:prSet presAssocID="{D11B28D0-1B78-4173-A8B0-A55B823AA52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D50E534-BE52-41C5-B92F-7ADEBD086BC2}" type="pres">
      <dgm:prSet presAssocID="{D11B28D0-1B78-4173-A8B0-A55B823AA52E}" presName="spaceRect" presStyleCnt="0"/>
      <dgm:spPr/>
    </dgm:pt>
    <dgm:pt modelId="{5D1E7BF2-0C91-4DCE-B413-5E30557B65D2}" type="pres">
      <dgm:prSet presAssocID="{D11B28D0-1B78-4173-A8B0-A55B823AA52E}" presName="parTx" presStyleLbl="revTx" presStyleIdx="2" presStyleCnt="7">
        <dgm:presLayoutVars>
          <dgm:chMax val="0"/>
          <dgm:chPref val="0"/>
        </dgm:presLayoutVars>
      </dgm:prSet>
      <dgm:spPr/>
    </dgm:pt>
    <dgm:pt modelId="{E5BA9879-9626-46D2-8424-1A998A3EFF62}" type="pres">
      <dgm:prSet presAssocID="{6B6788DC-2098-470B-B74F-60B0B6DFDD30}" presName="sibTrans" presStyleCnt="0"/>
      <dgm:spPr/>
    </dgm:pt>
    <dgm:pt modelId="{386404B7-DDE5-4186-8687-C2FBB88E2558}" type="pres">
      <dgm:prSet presAssocID="{E9EB495F-1F65-4052-A765-B51AB35FFF95}" presName="compNode" presStyleCnt="0"/>
      <dgm:spPr/>
    </dgm:pt>
    <dgm:pt modelId="{9CF38A9F-B12C-4BB7-BE49-6C9D79527A33}" type="pres">
      <dgm:prSet presAssocID="{E9EB495F-1F65-4052-A765-B51AB35FFF95}" presName="bgRect" presStyleLbl="bgShp" presStyleIdx="3" presStyleCnt="7"/>
      <dgm:spPr/>
    </dgm:pt>
    <dgm:pt modelId="{C0325108-E98F-4617-A16F-9DA0CA2C3471}" type="pres">
      <dgm:prSet presAssocID="{E9EB495F-1F65-4052-A765-B51AB35FFF9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718E103-A07E-4027-9E2C-AF2585C01DE8}" type="pres">
      <dgm:prSet presAssocID="{E9EB495F-1F65-4052-A765-B51AB35FFF95}" presName="spaceRect" presStyleCnt="0"/>
      <dgm:spPr/>
    </dgm:pt>
    <dgm:pt modelId="{8B5E3820-062E-4911-8147-8F08196905AF}" type="pres">
      <dgm:prSet presAssocID="{E9EB495F-1F65-4052-A765-B51AB35FFF95}" presName="parTx" presStyleLbl="revTx" presStyleIdx="3" presStyleCnt="7">
        <dgm:presLayoutVars>
          <dgm:chMax val="0"/>
          <dgm:chPref val="0"/>
        </dgm:presLayoutVars>
      </dgm:prSet>
      <dgm:spPr/>
    </dgm:pt>
    <dgm:pt modelId="{50EFA648-B05B-4239-99CC-68FED2844EB7}" type="pres">
      <dgm:prSet presAssocID="{25FE0CFB-2BE7-4F32-9A37-BBF2E7E0C557}" presName="sibTrans" presStyleCnt="0"/>
      <dgm:spPr/>
    </dgm:pt>
    <dgm:pt modelId="{33CCB45A-C95E-4CF0-92C4-EB8A17F388CE}" type="pres">
      <dgm:prSet presAssocID="{9B451C07-EEBE-412D-B02F-3F7E736690DF}" presName="compNode" presStyleCnt="0"/>
      <dgm:spPr/>
    </dgm:pt>
    <dgm:pt modelId="{CBE48C1B-E806-4C63-BAC2-7A93192C6DDB}" type="pres">
      <dgm:prSet presAssocID="{9B451C07-EEBE-412D-B02F-3F7E736690DF}" presName="bgRect" presStyleLbl="bgShp" presStyleIdx="4" presStyleCnt="7"/>
      <dgm:spPr/>
    </dgm:pt>
    <dgm:pt modelId="{0DD89807-557D-4A83-91EF-266C4FBED9D8}" type="pres">
      <dgm:prSet presAssocID="{9B451C07-EEBE-412D-B02F-3F7E736690D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B5C7EFEF-2FC1-43C5-9356-8002759D5F65}" type="pres">
      <dgm:prSet presAssocID="{9B451C07-EEBE-412D-B02F-3F7E736690DF}" presName="spaceRect" presStyleCnt="0"/>
      <dgm:spPr/>
    </dgm:pt>
    <dgm:pt modelId="{D09B708F-3AEF-4B4D-953F-4EAF95EC0F26}" type="pres">
      <dgm:prSet presAssocID="{9B451C07-EEBE-412D-B02F-3F7E736690DF}" presName="parTx" presStyleLbl="revTx" presStyleIdx="4" presStyleCnt="7">
        <dgm:presLayoutVars>
          <dgm:chMax val="0"/>
          <dgm:chPref val="0"/>
        </dgm:presLayoutVars>
      </dgm:prSet>
      <dgm:spPr/>
    </dgm:pt>
    <dgm:pt modelId="{2383B701-9292-4B7D-BE18-FF7C0691CE56}" type="pres">
      <dgm:prSet presAssocID="{6640D95F-4C1F-4729-B885-F004C195BB6F}" presName="sibTrans" presStyleCnt="0"/>
      <dgm:spPr/>
    </dgm:pt>
    <dgm:pt modelId="{EDE7F2EA-5FB0-4C2B-AC82-81DE458523E5}" type="pres">
      <dgm:prSet presAssocID="{6C3053DE-6E75-4C75-92BF-4B0E8A06B82F}" presName="compNode" presStyleCnt="0"/>
      <dgm:spPr/>
    </dgm:pt>
    <dgm:pt modelId="{BED33EF0-EE14-4BF8-960B-C22C0A4FDF9C}" type="pres">
      <dgm:prSet presAssocID="{6C3053DE-6E75-4C75-92BF-4B0E8A06B82F}" presName="bgRect" presStyleLbl="bgShp" presStyleIdx="5" presStyleCnt="7"/>
      <dgm:spPr/>
    </dgm:pt>
    <dgm:pt modelId="{513C7DA8-F28E-4693-94A2-D07D213BF54E}" type="pres">
      <dgm:prSet presAssocID="{6C3053DE-6E75-4C75-92BF-4B0E8A06B82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93540B5-FBEF-4FEF-B65A-7D3474A3099E}" type="pres">
      <dgm:prSet presAssocID="{6C3053DE-6E75-4C75-92BF-4B0E8A06B82F}" presName="spaceRect" presStyleCnt="0"/>
      <dgm:spPr/>
    </dgm:pt>
    <dgm:pt modelId="{1F42AAB5-062F-4B8B-99B2-2CEDC83CC865}" type="pres">
      <dgm:prSet presAssocID="{6C3053DE-6E75-4C75-92BF-4B0E8A06B82F}" presName="parTx" presStyleLbl="revTx" presStyleIdx="5" presStyleCnt="7">
        <dgm:presLayoutVars>
          <dgm:chMax val="0"/>
          <dgm:chPref val="0"/>
        </dgm:presLayoutVars>
      </dgm:prSet>
      <dgm:spPr/>
    </dgm:pt>
    <dgm:pt modelId="{983C2C8D-D9DF-4489-8A9E-BEAB82747DD4}" type="pres">
      <dgm:prSet presAssocID="{1B2BC1E5-ED35-4BDD-AFF4-DDAF6378C4DF}" presName="sibTrans" presStyleCnt="0"/>
      <dgm:spPr/>
    </dgm:pt>
    <dgm:pt modelId="{71FE999A-2937-46EE-9ED5-4EE4EC521F23}" type="pres">
      <dgm:prSet presAssocID="{6E1C7446-80BE-4924-A0CA-EF9FE519689A}" presName="compNode" presStyleCnt="0"/>
      <dgm:spPr/>
    </dgm:pt>
    <dgm:pt modelId="{CFBEF095-A2E6-4179-B481-486DBE2D5351}" type="pres">
      <dgm:prSet presAssocID="{6E1C7446-80BE-4924-A0CA-EF9FE519689A}" presName="bgRect" presStyleLbl="bgShp" presStyleIdx="6" presStyleCnt="7"/>
      <dgm:spPr/>
    </dgm:pt>
    <dgm:pt modelId="{927DD5C7-73F1-477C-A0C0-117AF4B9E7C4}" type="pres">
      <dgm:prSet presAssocID="{6E1C7446-80BE-4924-A0CA-EF9FE519689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E0ACD1B-4014-4EC6-9A55-0B985DA2E0AB}" type="pres">
      <dgm:prSet presAssocID="{6E1C7446-80BE-4924-A0CA-EF9FE519689A}" presName="spaceRect" presStyleCnt="0"/>
      <dgm:spPr/>
    </dgm:pt>
    <dgm:pt modelId="{D5815FA6-5811-45AD-B961-A6EFDC525EC9}" type="pres">
      <dgm:prSet presAssocID="{6E1C7446-80BE-4924-A0CA-EF9FE519689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8EE800C-70C7-421C-9139-3F104BAA547B}" srcId="{B4007208-DA91-4705-A9E1-B5E24D7BC499}" destId="{AD7606A6-C6A3-443F-B961-DE4632B67559}" srcOrd="1" destOrd="0" parTransId="{464FC5C1-4CB8-41D1-9048-8740A155E671}" sibTransId="{1E6B0B2F-68C0-4743-9307-0DBB45AA4F0D}"/>
    <dgm:cxn modelId="{C6E60924-4BE5-4537-99D2-E6E8E0A25894}" srcId="{B4007208-DA91-4705-A9E1-B5E24D7BC499}" destId="{E9EB495F-1F65-4052-A765-B51AB35FFF95}" srcOrd="3" destOrd="0" parTransId="{24C0B5E5-3196-4E70-82A5-AE27BAC4F4EB}" sibTransId="{25FE0CFB-2BE7-4F32-9A37-BBF2E7E0C557}"/>
    <dgm:cxn modelId="{ADBC5429-C0AD-4243-AD3C-EFBAA687F1E5}" srcId="{B4007208-DA91-4705-A9E1-B5E24D7BC499}" destId="{6C3053DE-6E75-4C75-92BF-4B0E8A06B82F}" srcOrd="5" destOrd="0" parTransId="{D09882BB-5A5A-4EAC-BB48-49C140396356}" sibTransId="{1B2BC1E5-ED35-4BDD-AFF4-DDAF6378C4DF}"/>
    <dgm:cxn modelId="{D090204F-194F-4E09-8E32-C40ABF0AAB5E}" srcId="{B4007208-DA91-4705-A9E1-B5E24D7BC499}" destId="{90255AB2-E663-4CAF-878B-54892031240A}" srcOrd="0" destOrd="0" parTransId="{92D44277-B695-4D62-8714-104ABD4C6C4B}" sibTransId="{170CE9C5-1FC1-4C5E-A650-1757CB02557B}"/>
    <dgm:cxn modelId="{BA9C1E70-551B-49AE-9BFB-D8C4F29635D9}" type="presOf" srcId="{D11B28D0-1B78-4173-A8B0-A55B823AA52E}" destId="{5D1E7BF2-0C91-4DCE-B413-5E30557B65D2}" srcOrd="0" destOrd="0" presId="urn:microsoft.com/office/officeart/2018/2/layout/IconVerticalSolidList"/>
    <dgm:cxn modelId="{A7429D55-6C07-4207-AA96-0823746AB23F}" srcId="{B4007208-DA91-4705-A9E1-B5E24D7BC499}" destId="{9B451C07-EEBE-412D-B02F-3F7E736690DF}" srcOrd="4" destOrd="0" parTransId="{EF61CD09-3F05-4262-B259-0DA4F49E1BEA}" sibTransId="{6640D95F-4C1F-4729-B885-F004C195BB6F}"/>
    <dgm:cxn modelId="{CC04CD7C-9963-415C-8663-882CA71DF126}" type="presOf" srcId="{6C3053DE-6E75-4C75-92BF-4B0E8A06B82F}" destId="{1F42AAB5-062F-4B8B-99B2-2CEDC83CC865}" srcOrd="0" destOrd="0" presId="urn:microsoft.com/office/officeart/2018/2/layout/IconVerticalSolidList"/>
    <dgm:cxn modelId="{487C7897-6769-4784-A986-7C1A4AADBD9F}" type="presOf" srcId="{90255AB2-E663-4CAF-878B-54892031240A}" destId="{8D7DEC6F-EDF3-4477-963B-45BE50B05003}" srcOrd="0" destOrd="0" presId="urn:microsoft.com/office/officeart/2018/2/layout/IconVerticalSolidList"/>
    <dgm:cxn modelId="{21D480A6-F2E2-4596-878C-00C73FAFE2C7}" type="presOf" srcId="{E9EB495F-1F65-4052-A765-B51AB35FFF95}" destId="{8B5E3820-062E-4911-8147-8F08196905AF}" srcOrd="0" destOrd="0" presId="urn:microsoft.com/office/officeart/2018/2/layout/IconVerticalSolidList"/>
    <dgm:cxn modelId="{462979BC-0581-4D01-8322-8708FBC1ED04}" type="presOf" srcId="{9B451C07-EEBE-412D-B02F-3F7E736690DF}" destId="{D09B708F-3AEF-4B4D-953F-4EAF95EC0F26}" srcOrd="0" destOrd="0" presId="urn:microsoft.com/office/officeart/2018/2/layout/IconVerticalSolidList"/>
    <dgm:cxn modelId="{F2AA67C4-912B-4AE0-BC29-4C9B1F4625D7}" type="presOf" srcId="{AD7606A6-C6A3-443F-B961-DE4632B67559}" destId="{DA619824-9BA6-4181-B0A1-C08968746DB3}" srcOrd="0" destOrd="0" presId="urn:microsoft.com/office/officeart/2018/2/layout/IconVerticalSolidList"/>
    <dgm:cxn modelId="{8E423AD1-B0B7-4A45-B421-BCFB317DA4DE}" srcId="{B4007208-DA91-4705-A9E1-B5E24D7BC499}" destId="{D11B28D0-1B78-4173-A8B0-A55B823AA52E}" srcOrd="2" destOrd="0" parTransId="{5DA4908B-3A21-47AF-94A4-697A997687CD}" sibTransId="{6B6788DC-2098-470B-B74F-60B0B6DFDD30}"/>
    <dgm:cxn modelId="{C43B34EB-0EF8-4BE7-8454-123F5A41AD53}" type="presOf" srcId="{B4007208-DA91-4705-A9E1-B5E24D7BC499}" destId="{673AB909-A9DB-41E0-A6C6-88B94A3FB6D1}" srcOrd="0" destOrd="0" presId="urn:microsoft.com/office/officeart/2018/2/layout/IconVerticalSolidList"/>
    <dgm:cxn modelId="{AE536AF7-37EE-4C19-BEEB-C9A786E206A5}" type="presOf" srcId="{6E1C7446-80BE-4924-A0CA-EF9FE519689A}" destId="{D5815FA6-5811-45AD-B961-A6EFDC525EC9}" srcOrd="0" destOrd="0" presId="urn:microsoft.com/office/officeart/2018/2/layout/IconVerticalSolidList"/>
    <dgm:cxn modelId="{A178A4FB-61F0-4CEA-9208-2D110CBBCD1B}" srcId="{B4007208-DA91-4705-A9E1-B5E24D7BC499}" destId="{6E1C7446-80BE-4924-A0CA-EF9FE519689A}" srcOrd="6" destOrd="0" parTransId="{F6C78010-AF15-48E9-93BF-15B1D2FF75AC}" sibTransId="{6CA127F2-797C-491D-B8EE-F930BA3592F5}"/>
    <dgm:cxn modelId="{2E131F73-32D0-4BFC-ACE6-A1ED96BC254C}" type="presParOf" srcId="{673AB909-A9DB-41E0-A6C6-88B94A3FB6D1}" destId="{FF06425D-F7D8-44AC-82BE-163716DDB351}" srcOrd="0" destOrd="0" presId="urn:microsoft.com/office/officeart/2018/2/layout/IconVerticalSolidList"/>
    <dgm:cxn modelId="{347EB43A-F429-4A74-9409-AB47F9511F67}" type="presParOf" srcId="{FF06425D-F7D8-44AC-82BE-163716DDB351}" destId="{18E503C6-1F03-44DE-A19A-B5E3A55D2266}" srcOrd="0" destOrd="0" presId="urn:microsoft.com/office/officeart/2018/2/layout/IconVerticalSolidList"/>
    <dgm:cxn modelId="{8791DE32-E7FA-4605-8C3E-A90C12BAA817}" type="presParOf" srcId="{FF06425D-F7D8-44AC-82BE-163716DDB351}" destId="{A7F21626-6321-42A3-BD06-57466F561A06}" srcOrd="1" destOrd="0" presId="urn:microsoft.com/office/officeart/2018/2/layout/IconVerticalSolidList"/>
    <dgm:cxn modelId="{C9442DA8-4E1D-475A-AB7C-6DF926499CA2}" type="presParOf" srcId="{FF06425D-F7D8-44AC-82BE-163716DDB351}" destId="{9598ED55-35E2-47CB-B77D-99401D5944BE}" srcOrd="2" destOrd="0" presId="urn:microsoft.com/office/officeart/2018/2/layout/IconVerticalSolidList"/>
    <dgm:cxn modelId="{8635EE4A-2800-4662-9F11-93C5C2A73624}" type="presParOf" srcId="{FF06425D-F7D8-44AC-82BE-163716DDB351}" destId="{8D7DEC6F-EDF3-4477-963B-45BE50B05003}" srcOrd="3" destOrd="0" presId="urn:microsoft.com/office/officeart/2018/2/layout/IconVerticalSolidList"/>
    <dgm:cxn modelId="{7F94C96D-8AE5-4866-A55A-6792B743EDB5}" type="presParOf" srcId="{673AB909-A9DB-41E0-A6C6-88B94A3FB6D1}" destId="{0DA6176E-B5C7-4D9F-A0FF-E6F061771F89}" srcOrd="1" destOrd="0" presId="urn:microsoft.com/office/officeart/2018/2/layout/IconVerticalSolidList"/>
    <dgm:cxn modelId="{D5EC2B72-BE3F-4720-9018-31A56EA2D600}" type="presParOf" srcId="{673AB909-A9DB-41E0-A6C6-88B94A3FB6D1}" destId="{4029BAA6-1026-4EEF-B406-49580148E194}" srcOrd="2" destOrd="0" presId="urn:microsoft.com/office/officeart/2018/2/layout/IconVerticalSolidList"/>
    <dgm:cxn modelId="{0FC9226F-0457-49E9-9C66-BC94CC9224B8}" type="presParOf" srcId="{4029BAA6-1026-4EEF-B406-49580148E194}" destId="{E143F72B-1C6B-4A8C-A212-6FC28D38CCA0}" srcOrd="0" destOrd="0" presId="urn:microsoft.com/office/officeart/2018/2/layout/IconVerticalSolidList"/>
    <dgm:cxn modelId="{3BEE668B-5FEE-446C-9EF3-687AD303095D}" type="presParOf" srcId="{4029BAA6-1026-4EEF-B406-49580148E194}" destId="{86E58FF3-CD86-4AB5-965A-1B52E5A51F1E}" srcOrd="1" destOrd="0" presId="urn:microsoft.com/office/officeart/2018/2/layout/IconVerticalSolidList"/>
    <dgm:cxn modelId="{0221835C-DCAA-4A77-B861-CBB438AA4057}" type="presParOf" srcId="{4029BAA6-1026-4EEF-B406-49580148E194}" destId="{C6E2483E-B777-48B9-91DB-00216D975A4E}" srcOrd="2" destOrd="0" presId="urn:microsoft.com/office/officeart/2018/2/layout/IconVerticalSolidList"/>
    <dgm:cxn modelId="{AEA45A76-D017-4259-966D-90343E9A4A90}" type="presParOf" srcId="{4029BAA6-1026-4EEF-B406-49580148E194}" destId="{DA619824-9BA6-4181-B0A1-C08968746DB3}" srcOrd="3" destOrd="0" presId="urn:microsoft.com/office/officeart/2018/2/layout/IconVerticalSolidList"/>
    <dgm:cxn modelId="{D89D501F-CE63-41D0-9DE6-58E7C5A8F728}" type="presParOf" srcId="{673AB909-A9DB-41E0-A6C6-88B94A3FB6D1}" destId="{84B54844-572A-4248-B8C2-79C78BE0F89A}" srcOrd="3" destOrd="0" presId="urn:microsoft.com/office/officeart/2018/2/layout/IconVerticalSolidList"/>
    <dgm:cxn modelId="{7EBD3760-E810-42D7-AEBB-C2658D320B27}" type="presParOf" srcId="{673AB909-A9DB-41E0-A6C6-88B94A3FB6D1}" destId="{412CBBD4-CA20-4ABB-944C-E148FC866502}" srcOrd="4" destOrd="0" presId="urn:microsoft.com/office/officeart/2018/2/layout/IconVerticalSolidList"/>
    <dgm:cxn modelId="{DC985E8B-F358-417A-B404-376C09F3C795}" type="presParOf" srcId="{412CBBD4-CA20-4ABB-944C-E148FC866502}" destId="{2E382AC4-B9B9-4DB7-947F-C66D0CBFE7A3}" srcOrd="0" destOrd="0" presId="urn:microsoft.com/office/officeart/2018/2/layout/IconVerticalSolidList"/>
    <dgm:cxn modelId="{19E92265-1B3D-45F8-94E5-E093AEE934A3}" type="presParOf" srcId="{412CBBD4-CA20-4ABB-944C-E148FC866502}" destId="{87A61A19-64F4-4E4D-843D-38C731ECE505}" srcOrd="1" destOrd="0" presId="urn:microsoft.com/office/officeart/2018/2/layout/IconVerticalSolidList"/>
    <dgm:cxn modelId="{5CDA4D0A-7E3D-46C9-A2C6-D0D316272211}" type="presParOf" srcId="{412CBBD4-CA20-4ABB-944C-E148FC866502}" destId="{ED50E534-BE52-41C5-B92F-7ADEBD086BC2}" srcOrd="2" destOrd="0" presId="urn:microsoft.com/office/officeart/2018/2/layout/IconVerticalSolidList"/>
    <dgm:cxn modelId="{4888C792-CA8F-4694-AB43-46E6939A55F0}" type="presParOf" srcId="{412CBBD4-CA20-4ABB-944C-E148FC866502}" destId="{5D1E7BF2-0C91-4DCE-B413-5E30557B65D2}" srcOrd="3" destOrd="0" presId="urn:microsoft.com/office/officeart/2018/2/layout/IconVerticalSolidList"/>
    <dgm:cxn modelId="{A79897FE-2057-45B6-AEF7-CE84E4D2B363}" type="presParOf" srcId="{673AB909-A9DB-41E0-A6C6-88B94A3FB6D1}" destId="{E5BA9879-9626-46D2-8424-1A998A3EFF62}" srcOrd="5" destOrd="0" presId="urn:microsoft.com/office/officeart/2018/2/layout/IconVerticalSolidList"/>
    <dgm:cxn modelId="{159EE0B7-E2CC-4AD1-9EF9-68B5DA8E5397}" type="presParOf" srcId="{673AB909-A9DB-41E0-A6C6-88B94A3FB6D1}" destId="{386404B7-DDE5-4186-8687-C2FBB88E2558}" srcOrd="6" destOrd="0" presId="urn:microsoft.com/office/officeart/2018/2/layout/IconVerticalSolidList"/>
    <dgm:cxn modelId="{3277BB66-079B-45D6-B030-F11C400D6E29}" type="presParOf" srcId="{386404B7-DDE5-4186-8687-C2FBB88E2558}" destId="{9CF38A9F-B12C-4BB7-BE49-6C9D79527A33}" srcOrd="0" destOrd="0" presId="urn:microsoft.com/office/officeart/2018/2/layout/IconVerticalSolidList"/>
    <dgm:cxn modelId="{9754EEEF-2B31-4B25-8D47-BEF25E1A51D2}" type="presParOf" srcId="{386404B7-DDE5-4186-8687-C2FBB88E2558}" destId="{C0325108-E98F-4617-A16F-9DA0CA2C3471}" srcOrd="1" destOrd="0" presId="urn:microsoft.com/office/officeart/2018/2/layout/IconVerticalSolidList"/>
    <dgm:cxn modelId="{8E019F2B-B4BE-4C41-86F2-64060C3C53C0}" type="presParOf" srcId="{386404B7-DDE5-4186-8687-C2FBB88E2558}" destId="{A718E103-A07E-4027-9E2C-AF2585C01DE8}" srcOrd="2" destOrd="0" presId="urn:microsoft.com/office/officeart/2018/2/layout/IconVerticalSolidList"/>
    <dgm:cxn modelId="{145DFF43-515D-40FF-8B21-2E8CCC715478}" type="presParOf" srcId="{386404B7-DDE5-4186-8687-C2FBB88E2558}" destId="{8B5E3820-062E-4911-8147-8F08196905AF}" srcOrd="3" destOrd="0" presId="urn:microsoft.com/office/officeart/2018/2/layout/IconVerticalSolidList"/>
    <dgm:cxn modelId="{F224113F-756B-4F3B-93EB-A125391FB0FC}" type="presParOf" srcId="{673AB909-A9DB-41E0-A6C6-88B94A3FB6D1}" destId="{50EFA648-B05B-4239-99CC-68FED2844EB7}" srcOrd="7" destOrd="0" presId="urn:microsoft.com/office/officeart/2018/2/layout/IconVerticalSolidList"/>
    <dgm:cxn modelId="{B291D361-0CBE-41A4-8813-7ED04D16A695}" type="presParOf" srcId="{673AB909-A9DB-41E0-A6C6-88B94A3FB6D1}" destId="{33CCB45A-C95E-4CF0-92C4-EB8A17F388CE}" srcOrd="8" destOrd="0" presId="urn:microsoft.com/office/officeart/2018/2/layout/IconVerticalSolidList"/>
    <dgm:cxn modelId="{51587C09-C6F1-4F5F-8DB4-33114E90638A}" type="presParOf" srcId="{33CCB45A-C95E-4CF0-92C4-EB8A17F388CE}" destId="{CBE48C1B-E806-4C63-BAC2-7A93192C6DDB}" srcOrd="0" destOrd="0" presId="urn:microsoft.com/office/officeart/2018/2/layout/IconVerticalSolidList"/>
    <dgm:cxn modelId="{02E337E6-3D98-4F4C-9A6A-825A5E15126B}" type="presParOf" srcId="{33CCB45A-C95E-4CF0-92C4-EB8A17F388CE}" destId="{0DD89807-557D-4A83-91EF-266C4FBED9D8}" srcOrd="1" destOrd="0" presId="urn:microsoft.com/office/officeart/2018/2/layout/IconVerticalSolidList"/>
    <dgm:cxn modelId="{9AF65C91-753C-45D2-A249-F89AED8C8EDF}" type="presParOf" srcId="{33CCB45A-C95E-4CF0-92C4-EB8A17F388CE}" destId="{B5C7EFEF-2FC1-43C5-9356-8002759D5F65}" srcOrd="2" destOrd="0" presId="urn:microsoft.com/office/officeart/2018/2/layout/IconVerticalSolidList"/>
    <dgm:cxn modelId="{C25960E9-20CB-435C-85D3-F8685A791991}" type="presParOf" srcId="{33CCB45A-C95E-4CF0-92C4-EB8A17F388CE}" destId="{D09B708F-3AEF-4B4D-953F-4EAF95EC0F26}" srcOrd="3" destOrd="0" presId="urn:microsoft.com/office/officeart/2018/2/layout/IconVerticalSolidList"/>
    <dgm:cxn modelId="{291689BD-23F2-4F48-A939-265978BBC8AA}" type="presParOf" srcId="{673AB909-A9DB-41E0-A6C6-88B94A3FB6D1}" destId="{2383B701-9292-4B7D-BE18-FF7C0691CE56}" srcOrd="9" destOrd="0" presId="urn:microsoft.com/office/officeart/2018/2/layout/IconVerticalSolidList"/>
    <dgm:cxn modelId="{2BB43EA6-8557-4DE9-BC88-8C1CBA4CACCD}" type="presParOf" srcId="{673AB909-A9DB-41E0-A6C6-88B94A3FB6D1}" destId="{EDE7F2EA-5FB0-4C2B-AC82-81DE458523E5}" srcOrd="10" destOrd="0" presId="urn:microsoft.com/office/officeart/2018/2/layout/IconVerticalSolidList"/>
    <dgm:cxn modelId="{D45C26A4-DA4A-450E-A6CD-41280028010A}" type="presParOf" srcId="{EDE7F2EA-5FB0-4C2B-AC82-81DE458523E5}" destId="{BED33EF0-EE14-4BF8-960B-C22C0A4FDF9C}" srcOrd="0" destOrd="0" presId="urn:microsoft.com/office/officeart/2018/2/layout/IconVerticalSolidList"/>
    <dgm:cxn modelId="{D441A47D-ABE4-4DEB-B0FD-8E083AB109F0}" type="presParOf" srcId="{EDE7F2EA-5FB0-4C2B-AC82-81DE458523E5}" destId="{513C7DA8-F28E-4693-94A2-D07D213BF54E}" srcOrd="1" destOrd="0" presId="urn:microsoft.com/office/officeart/2018/2/layout/IconVerticalSolidList"/>
    <dgm:cxn modelId="{09C95F14-240D-4062-A5FA-7CABCA8D1ADD}" type="presParOf" srcId="{EDE7F2EA-5FB0-4C2B-AC82-81DE458523E5}" destId="{E93540B5-FBEF-4FEF-B65A-7D3474A3099E}" srcOrd="2" destOrd="0" presId="urn:microsoft.com/office/officeart/2018/2/layout/IconVerticalSolidList"/>
    <dgm:cxn modelId="{2B96DD6E-571C-4093-9092-3F2FD0308097}" type="presParOf" srcId="{EDE7F2EA-5FB0-4C2B-AC82-81DE458523E5}" destId="{1F42AAB5-062F-4B8B-99B2-2CEDC83CC865}" srcOrd="3" destOrd="0" presId="urn:microsoft.com/office/officeart/2018/2/layout/IconVerticalSolidList"/>
    <dgm:cxn modelId="{706188CB-F004-4CAF-BC0F-2850C58E379E}" type="presParOf" srcId="{673AB909-A9DB-41E0-A6C6-88B94A3FB6D1}" destId="{983C2C8D-D9DF-4489-8A9E-BEAB82747DD4}" srcOrd="11" destOrd="0" presId="urn:microsoft.com/office/officeart/2018/2/layout/IconVerticalSolidList"/>
    <dgm:cxn modelId="{2F0989A9-C5B0-44F1-AB64-677CDA938348}" type="presParOf" srcId="{673AB909-A9DB-41E0-A6C6-88B94A3FB6D1}" destId="{71FE999A-2937-46EE-9ED5-4EE4EC521F23}" srcOrd="12" destOrd="0" presId="urn:microsoft.com/office/officeart/2018/2/layout/IconVerticalSolidList"/>
    <dgm:cxn modelId="{F492371B-82BE-470E-9580-A8425B4890C6}" type="presParOf" srcId="{71FE999A-2937-46EE-9ED5-4EE4EC521F23}" destId="{CFBEF095-A2E6-4179-B481-486DBE2D5351}" srcOrd="0" destOrd="0" presId="urn:microsoft.com/office/officeart/2018/2/layout/IconVerticalSolidList"/>
    <dgm:cxn modelId="{62D217EC-EF9C-45B4-BD36-76E58B8B8231}" type="presParOf" srcId="{71FE999A-2937-46EE-9ED5-4EE4EC521F23}" destId="{927DD5C7-73F1-477C-A0C0-117AF4B9E7C4}" srcOrd="1" destOrd="0" presId="urn:microsoft.com/office/officeart/2018/2/layout/IconVerticalSolidList"/>
    <dgm:cxn modelId="{2A41C576-5BE1-477B-8817-871A3E2D9B09}" type="presParOf" srcId="{71FE999A-2937-46EE-9ED5-4EE4EC521F23}" destId="{3E0ACD1B-4014-4EC6-9A55-0B985DA2E0AB}" srcOrd="2" destOrd="0" presId="urn:microsoft.com/office/officeart/2018/2/layout/IconVerticalSolidList"/>
    <dgm:cxn modelId="{98D4D1C1-9B49-465E-9CD9-7D21879BF27A}" type="presParOf" srcId="{71FE999A-2937-46EE-9ED5-4EE4EC521F23}" destId="{D5815FA6-5811-45AD-B961-A6EFDC525E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E2E570-2076-4007-97C6-308C82D4705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1BF955-1C08-402F-8650-0876E6E84E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 Turnaround Time – 30–50% reduction (days to hours for placement)</a:t>
          </a:r>
        </a:p>
      </dgm:t>
    </dgm:pt>
    <dgm:pt modelId="{FCFEEDFB-F08A-4989-85C6-34995C5F2031}" type="parTrans" cxnId="{C9084640-659A-4B21-AB2E-D5C13DF8DFB8}">
      <dgm:prSet/>
      <dgm:spPr/>
      <dgm:t>
        <a:bodyPr/>
        <a:lstStyle/>
        <a:p>
          <a:endParaRPr lang="en-US"/>
        </a:p>
      </dgm:t>
    </dgm:pt>
    <dgm:pt modelId="{27B2575A-BF4C-43D6-B184-B24E01C6B7E9}" type="sibTrans" cxnId="{C9084640-659A-4B21-AB2E-D5C13DF8DFB8}">
      <dgm:prSet/>
      <dgm:spPr/>
      <dgm:t>
        <a:bodyPr/>
        <a:lstStyle/>
        <a:p>
          <a:endParaRPr lang="en-US"/>
        </a:p>
      </dgm:t>
    </dgm:pt>
    <dgm:pt modelId="{743B9E41-C9DA-4722-91E7-E3A44A535E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PPA Improvement – Power, Performance, Area optimization (2–5% gains)</a:t>
          </a:r>
        </a:p>
      </dgm:t>
    </dgm:pt>
    <dgm:pt modelId="{202BCEAE-698F-472D-8A4A-4F57B02ADB56}" type="parTrans" cxnId="{5EDABD53-F111-4DDB-B767-C91F39BBA4BC}">
      <dgm:prSet/>
      <dgm:spPr/>
      <dgm:t>
        <a:bodyPr/>
        <a:lstStyle/>
        <a:p>
          <a:endParaRPr lang="en-US"/>
        </a:p>
      </dgm:t>
    </dgm:pt>
    <dgm:pt modelId="{9EDD591C-3CDF-4BE2-ACEB-A92B48AA6FA8}" type="sibTrans" cxnId="{5EDABD53-F111-4DDB-B767-C91F39BBA4BC}">
      <dgm:prSet/>
      <dgm:spPr/>
      <dgm:t>
        <a:bodyPr/>
        <a:lstStyle/>
        <a:p>
          <a:endParaRPr lang="en-US"/>
        </a:p>
      </dgm:t>
    </dgm:pt>
    <dgm:pt modelId="{57599CEE-7246-4C90-8D0A-2F45405F1B4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Automation – Reduce manual tuning and iterations</a:t>
          </a:r>
        </a:p>
      </dgm:t>
    </dgm:pt>
    <dgm:pt modelId="{0ADDBD39-CDFB-4E4A-89D4-3537E8325773}" type="parTrans" cxnId="{D1FCAE65-87DD-49FC-9E20-43B09F60BE1F}">
      <dgm:prSet/>
      <dgm:spPr/>
      <dgm:t>
        <a:bodyPr/>
        <a:lstStyle/>
        <a:p>
          <a:endParaRPr lang="en-US"/>
        </a:p>
      </dgm:t>
    </dgm:pt>
    <dgm:pt modelId="{97450041-4FF8-49BC-AFC3-FDB0FD6FBA52}" type="sibTrans" cxnId="{D1FCAE65-87DD-49FC-9E20-43B09F60BE1F}">
      <dgm:prSet/>
      <dgm:spPr/>
      <dgm:t>
        <a:bodyPr/>
        <a:lstStyle/>
        <a:p>
          <a:endParaRPr lang="en-US"/>
        </a:p>
      </dgm:t>
    </dgm:pt>
    <dgm:pt modelId="{21DA899D-863B-4426-9E43-0BE24F64908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Scalability – Handle advanced nodes (3nm, 1.4nm, …) with increasing design complexity</a:t>
          </a:r>
        </a:p>
      </dgm:t>
    </dgm:pt>
    <dgm:pt modelId="{A1A18578-4AD5-47CA-9CE2-F5B4752669B5}" type="parTrans" cxnId="{309F5B9D-6B91-4C7C-B4A2-074AACF5146A}">
      <dgm:prSet/>
      <dgm:spPr/>
      <dgm:t>
        <a:bodyPr/>
        <a:lstStyle/>
        <a:p>
          <a:endParaRPr lang="en-US"/>
        </a:p>
      </dgm:t>
    </dgm:pt>
    <dgm:pt modelId="{AB79B7BE-DCDB-44AC-9353-3B6E76214BD7}" type="sibTrans" cxnId="{309F5B9D-6B91-4C7C-B4A2-074AACF5146A}">
      <dgm:prSet/>
      <dgm:spPr/>
      <dgm:t>
        <a:bodyPr/>
        <a:lstStyle/>
        <a:p>
          <a:endParaRPr lang="en-US"/>
        </a:p>
      </dgm:t>
    </dgm:pt>
    <dgm:pt modelId="{A9D636F1-68D0-45DF-9706-AB4459B4F8FE}" type="pres">
      <dgm:prSet presAssocID="{EAE2E570-2076-4007-97C6-308C82D47056}" presName="root" presStyleCnt="0">
        <dgm:presLayoutVars>
          <dgm:dir/>
          <dgm:resizeHandles val="exact"/>
        </dgm:presLayoutVars>
      </dgm:prSet>
      <dgm:spPr/>
    </dgm:pt>
    <dgm:pt modelId="{B65BB6EC-DE27-4C38-A0F4-EEC8BA66C2B6}" type="pres">
      <dgm:prSet presAssocID="{941BF955-1C08-402F-8650-0876E6E84EF8}" presName="compNode" presStyleCnt="0"/>
      <dgm:spPr/>
    </dgm:pt>
    <dgm:pt modelId="{A1A1F5E6-E512-4C25-ACA5-361C34BD7EE4}" type="pres">
      <dgm:prSet presAssocID="{941BF955-1C08-402F-8650-0876E6E84EF8}" presName="iconBgRect" presStyleLbl="bgShp" presStyleIdx="0" presStyleCnt="4"/>
      <dgm:spPr/>
    </dgm:pt>
    <dgm:pt modelId="{C447EA7F-55CD-4A06-A5AD-26631EF0362A}" type="pres">
      <dgm:prSet presAssocID="{941BF955-1C08-402F-8650-0876E6E84EF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CE8BE75-819C-45A7-A839-B83DABFE59A2}" type="pres">
      <dgm:prSet presAssocID="{941BF955-1C08-402F-8650-0876E6E84EF8}" presName="spaceRect" presStyleCnt="0"/>
      <dgm:spPr/>
    </dgm:pt>
    <dgm:pt modelId="{DAC4114C-E9D1-4346-A254-1BC7A518FB7A}" type="pres">
      <dgm:prSet presAssocID="{941BF955-1C08-402F-8650-0876E6E84EF8}" presName="textRect" presStyleLbl="revTx" presStyleIdx="0" presStyleCnt="4">
        <dgm:presLayoutVars>
          <dgm:chMax val="1"/>
          <dgm:chPref val="1"/>
        </dgm:presLayoutVars>
      </dgm:prSet>
      <dgm:spPr/>
    </dgm:pt>
    <dgm:pt modelId="{A14F64F9-C7D7-4658-9E24-48452F895660}" type="pres">
      <dgm:prSet presAssocID="{27B2575A-BF4C-43D6-B184-B24E01C6B7E9}" presName="sibTrans" presStyleCnt="0"/>
      <dgm:spPr/>
    </dgm:pt>
    <dgm:pt modelId="{565E2179-26C3-4263-86C3-8E9D2D783934}" type="pres">
      <dgm:prSet presAssocID="{743B9E41-C9DA-4722-91E7-E3A44A535EAC}" presName="compNode" presStyleCnt="0"/>
      <dgm:spPr/>
    </dgm:pt>
    <dgm:pt modelId="{F44500B0-7A8C-4192-AF8E-7F949545229F}" type="pres">
      <dgm:prSet presAssocID="{743B9E41-C9DA-4722-91E7-E3A44A535EAC}" presName="iconBgRect" presStyleLbl="bgShp" presStyleIdx="1" presStyleCnt="4"/>
      <dgm:spPr/>
    </dgm:pt>
    <dgm:pt modelId="{C09C9FDA-46FF-4EFA-82A7-6C7D43580E48}" type="pres">
      <dgm:prSet presAssocID="{743B9E41-C9DA-4722-91E7-E3A44A535E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7E5592B-0336-470B-B283-068D4DA7D5F9}" type="pres">
      <dgm:prSet presAssocID="{743B9E41-C9DA-4722-91E7-E3A44A535EAC}" presName="spaceRect" presStyleCnt="0"/>
      <dgm:spPr/>
    </dgm:pt>
    <dgm:pt modelId="{7036115A-5FDB-4ED1-8E25-FAE7CFD5C44F}" type="pres">
      <dgm:prSet presAssocID="{743B9E41-C9DA-4722-91E7-E3A44A535EAC}" presName="textRect" presStyleLbl="revTx" presStyleIdx="1" presStyleCnt="4">
        <dgm:presLayoutVars>
          <dgm:chMax val="1"/>
          <dgm:chPref val="1"/>
        </dgm:presLayoutVars>
      </dgm:prSet>
      <dgm:spPr/>
    </dgm:pt>
    <dgm:pt modelId="{8CDB7B0C-F0EA-42B1-A3C3-D106DD2F9F78}" type="pres">
      <dgm:prSet presAssocID="{9EDD591C-3CDF-4BE2-ACEB-A92B48AA6FA8}" presName="sibTrans" presStyleCnt="0"/>
      <dgm:spPr/>
    </dgm:pt>
    <dgm:pt modelId="{7E91E96A-9E9B-4349-80B8-737DC7D530AE}" type="pres">
      <dgm:prSet presAssocID="{57599CEE-7246-4C90-8D0A-2F45405F1B4B}" presName="compNode" presStyleCnt="0"/>
      <dgm:spPr/>
    </dgm:pt>
    <dgm:pt modelId="{F104EAD1-5EAB-4472-950E-9781B7D0E803}" type="pres">
      <dgm:prSet presAssocID="{57599CEE-7246-4C90-8D0A-2F45405F1B4B}" presName="iconBgRect" presStyleLbl="bgShp" presStyleIdx="2" presStyleCnt="4"/>
      <dgm:spPr/>
    </dgm:pt>
    <dgm:pt modelId="{0FAC55EB-BA4C-46D7-A775-9D6740A2A240}" type="pres">
      <dgm:prSet presAssocID="{57599CEE-7246-4C90-8D0A-2F45405F1B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79047DA-BBED-4146-963D-9FABCCB43569}" type="pres">
      <dgm:prSet presAssocID="{57599CEE-7246-4C90-8D0A-2F45405F1B4B}" presName="spaceRect" presStyleCnt="0"/>
      <dgm:spPr/>
    </dgm:pt>
    <dgm:pt modelId="{CCE1190A-7203-497F-82AE-04BE0AA6A44F}" type="pres">
      <dgm:prSet presAssocID="{57599CEE-7246-4C90-8D0A-2F45405F1B4B}" presName="textRect" presStyleLbl="revTx" presStyleIdx="2" presStyleCnt="4">
        <dgm:presLayoutVars>
          <dgm:chMax val="1"/>
          <dgm:chPref val="1"/>
        </dgm:presLayoutVars>
      </dgm:prSet>
      <dgm:spPr/>
    </dgm:pt>
    <dgm:pt modelId="{7D852C05-10DF-441A-90F0-6C2F3E37F0DD}" type="pres">
      <dgm:prSet presAssocID="{97450041-4FF8-49BC-AFC3-FDB0FD6FBA52}" presName="sibTrans" presStyleCnt="0"/>
      <dgm:spPr/>
    </dgm:pt>
    <dgm:pt modelId="{7F44B41D-9F50-4FA5-B8C8-AC36CBBA84FD}" type="pres">
      <dgm:prSet presAssocID="{21DA899D-863B-4426-9E43-0BE24F649081}" presName="compNode" presStyleCnt="0"/>
      <dgm:spPr/>
    </dgm:pt>
    <dgm:pt modelId="{4EEF4F3F-32EA-4E77-9158-0738881D3013}" type="pres">
      <dgm:prSet presAssocID="{21DA899D-863B-4426-9E43-0BE24F649081}" presName="iconBgRect" presStyleLbl="bgShp" presStyleIdx="3" presStyleCnt="4"/>
      <dgm:spPr/>
    </dgm:pt>
    <dgm:pt modelId="{F2826FA3-B6ED-483B-8F96-E662FB402417}" type="pres">
      <dgm:prSet presAssocID="{21DA899D-863B-4426-9E43-0BE24F6490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667BCD1F-D91B-4336-8BB4-EB8D6DF8E29F}" type="pres">
      <dgm:prSet presAssocID="{21DA899D-863B-4426-9E43-0BE24F649081}" presName="spaceRect" presStyleCnt="0"/>
      <dgm:spPr/>
    </dgm:pt>
    <dgm:pt modelId="{46826752-0BF7-421B-81AA-DC5B54FCD537}" type="pres">
      <dgm:prSet presAssocID="{21DA899D-863B-4426-9E43-0BE24F6490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084640-659A-4B21-AB2E-D5C13DF8DFB8}" srcId="{EAE2E570-2076-4007-97C6-308C82D47056}" destId="{941BF955-1C08-402F-8650-0876E6E84EF8}" srcOrd="0" destOrd="0" parTransId="{FCFEEDFB-F08A-4989-85C6-34995C5F2031}" sibTransId="{27B2575A-BF4C-43D6-B184-B24E01C6B7E9}"/>
    <dgm:cxn modelId="{D1FCAE65-87DD-49FC-9E20-43B09F60BE1F}" srcId="{EAE2E570-2076-4007-97C6-308C82D47056}" destId="{57599CEE-7246-4C90-8D0A-2F45405F1B4B}" srcOrd="2" destOrd="0" parTransId="{0ADDBD39-CDFB-4E4A-89D4-3537E8325773}" sibTransId="{97450041-4FF8-49BC-AFC3-FDB0FD6FBA52}"/>
    <dgm:cxn modelId="{5B414F4D-C2F6-44BE-940A-EF22283FC7D6}" type="presOf" srcId="{EAE2E570-2076-4007-97C6-308C82D47056}" destId="{A9D636F1-68D0-45DF-9706-AB4459B4F8FE}" srcOrd="0" destOrd="0" presId="urn:microsoft.com/office/officeart/2018/5/layout/IconCircleLabelList"/>
    <dgm:cxn modelId="{5EDABD53-F111-4DDB-B767-C91F39BBA4BC}" srcId="{EAE2E570-2076-4007-97C6-308C82D47056}" destId="{743B9E41-C9DA-4722-91E7-E3A44A535EAC}" srcOrd="1" destOrd="0" parTransId="{202BCEAE-698F-472D-8A4A-4F57B02ADB56}" sibTransId="{9EDD591C-3CDF-4BE2-ACEB-A92B48AA6FA8}"/>
    <dgm:cxn modelId="{584D4C57-31CB-422F-B2BB-B4754DBFED3C}" type="presOf" srcId="{21DA899D-863B-4426-9E43-0BE24F649081}" destId="{46826752-0BF7-421B-81AA-DC5B54FCD537}" srcOrd="0" destOrd="0" presId="urn:microsoft.com/office/officeart/2018/5/layout/IconCircleLabelList"/>
    <dgm:cxn modelId="{309F5B9D-6B91-4C7C-B4A2-074AACF5146A}" srcId="{EAE2E570-2076-4007-97C6-308C82D47056}" destId="{21DA899D-863B-4426-9E43-0BE24F649081}" srcOrd="3" destOrd="0" parTransId="{A1A18578-4AD5-47CA-9CE2-F5B4752669B5}" sibTransId="{AB79B7BE-DCDB-44AC-9353-3B6E76214BD7}"/>
    <dgm:cxn modelId="{CA3081B4-229A-43F4-BA46-F3527091D9E8}" type="presOf" srcId="{57599CEE-7246-4C90-8D0A-2F45405F1B4B}" destId="{CCE1190A-7203-497F-82AE-04BE0AA6A44F}" srcOrd="0" destOrd="0" presId="urn:microsoft.com/office/officeart/2018/5/layout/IconCircleLabelList"/>
    <dgm:cxn modelId="{09D557BD-D89B-4AA7-85D7-1A3616E3CEE8}" type="presOf" srcId="{941BF955-1C08-402F-8650-0876E6E84EF8}" destId="{DAC4114C-E9D1-4346-A254-1BC7A518FB7A}" srcOrd="0" destOrd="0" presId="urn:microsoft.com/office/officeart/2018/5/layout/IconCircleLabelList"/>
    <dgm:cxn modelId="{4BA981C9-697D-4AB8-8A65-ABB114673C1C}" type="presOf" srcId="{743B9E41-C9DA-4722-91E7-E3A44A535EAC}" destId="{7036115A-5FDB-4ED1-8E25-FAE7CFD5C44F}" srcOrd="0" destOrd="0" presId="urn:microsoft.com/office/officeart/2018/5/layout/IconCircleLabelList"/>
    <dgm:cxn modelId="{3A5E79C7-F018-42EF-8C62-BA03CCA4AE3B}" type="presParOf" srcId="{A9D636F1-68D0-45DF-9706-AB4459B4F8FE}" destId="{B65BB6EC-DE27-4C38-A0F4-EEC8BA66C2B6}" srcOrd="0" destOrd="0" presId="urn:microsoft.com/office/officeart/2018/5/layout/IconCircleLabelList"/>
    <dgm:cxn modelId="{CB05E4CC-BB1E-4539-AA9F-CB6B10C0A104}" type="presParOf" srcId="{B65BB6EC-DE27-4C38-A0F4-EEC8BA66C2B6}" destId="{A1A1F5E6-E512-4C25-ACA5-361C34BD7EE4}" srcOrd="0" destOrd="0" presId="urn:microsoft.com/office/officeart/2018/5/layout/IconCircleLabelList"/>
    <dgm:cxn modelId="{62FC5D3D-33A8-4E3B-8BC0-10A7D076EC61}" type="presParOf" srcId="{B65BB6EC-DE27-4C38-A0F4-EEC8BA66C2B6}" destId="{C447EA7F-55CD-4A06-A5AD-26631EF0362A}" srcOrd="1" destOrd="0" presId="urn:microsoft.com/office/officeart/2018/5/layout/IconCircleLabelList"/>
    <dgm:cxn modelId="{0F729DF7-BFB0-4F3A-9C27-E13944DC000E}" type="presParOf" srcId="{B65BB6EC-DE27-4C38-A0F4-EEC8BA66C2B6}" destId="{8CE8BE75-819C-45A7-A839-B83DABFE59A2}" srcOrd="2" destOrd="0" presId="urn:microsoft.com/office/officeart/2018/5/layout/IconCircleLabelList"/>
    <dgm:cxn modelId="{142576B9-2B10-4C65-8B3A-60FC708BD970}" type="presParOf" srcId="{B65BB6EC-DE27-4C38-A0F4-EEC8BA66C2B6}" destId="{DAC4114C-E9D1-4346-A254-1BC7A518FB7A}" srcOrd="3" destOrd="0" presId="urn:microsoft.com/office/officeart/2018/5/layout/IconCircleLabelList"/>
    <dgm:cxn modelId="{C19CA340-4382-43D6-B9D2-DA385109B46E}" type="presParOf" srcId="{A9D636F1-68D0-45DF-9706-AB4459B4F8FE}" destId="{A14F64F9-C7D7-4658-9E24-48452F895660}" srcOrd="1" destOrd="0" presId="urn:microsoft.com/office/officeart/2018/5/layout/IconCircleLabelList"/>
    <dgm:cxn modelId="{9036D296-9F8E-4DA3-85F3-F141F4038CC2}" type="presParOf" srcId="{A9D636F1-68D0-45DF-9706-AB4459B4F8FE}" destId="{565E2179-26C3-4263-86C3-8E9D2D783934}" srcOrd="2" destOrd="0" presId="urn:microsoft.com/office/officeart/2018/5/layout/IconCircleLabelList"/>
    <dgm:cxn modelId="{F99447C3-FAD4-4AEC-8340-028EF9865D66}" type="presParOf" srcId="{565E2179-26C3-4263-86C3-8E9D2D783934}" destId="{F44500B0-7A8C-4192-AF8E-7F949545229F}" srcOrd="0" destOrd="0" presId="urn:microsoft.com/office/officeart/2018/5/layout/IconCircleLabelList"/>
    <dgm:cxn modelId="{4179EF8C-6AE0-44D8-8399-1F8A605F5282}" type="presParOf" srcId="{565E2179-26C3-4263-86C3-8E9D2D783934}" destId="{C09C9FDA-46FF-4EFA-82A7-6C7D43580E48}" srcOrd="1" destOrd="0" presId="urn:microsoft.com/office/officeart/2018/5/layout/IconCircleLabelList"/>
    <dgm:cxn modelId="{A68AC461-7FB6-4BD9-A33F-8E9E9E77E898}" type="presParOf" srcId="{565E2179-26C3-4263-86C3-8E9D2D783934}" destId="{D7E5592B-0336-470B-B283-068D4DA7D5F9}" srcOrd="2" destOrd="0" presId="urn:microsoft.com/office/officeart/2018/5/layout/IconCircleLabelList"/>
    <dgm:cxn modelId="{39A6A4E3-E39B-47D4-8EED-556DFC7173D9}" type="presParOf" srcId="{565E2179-26C3-4263-86C3-8E9D2D783934}" destId="{7036115A-5FDB-4ED1-8E25-FAE7CFD5C44F}" srcOrd="3" destOrd="0" presId="urn:microsoft.com/office/officeart/2018/5/layout/IconCircleLabelList"/>
    <dgm:cxn modelId="{DA884316-DB2C-42B4-A8C0-97D873B3A0EA}" type="presParOf" srcId="{A9D636F1-68D0-45DF-9706-AB4459B4F8FE}" destId="{8CDB7B0C-F0EA-42B1-A3C3-D106DD2F9F78}" srcOrd="3" destOrd="0" presId="urn:microsoft.com/office/officeart/2018/5/layout/IconCircleLabelList"/>
    <dgm:cxn modelId="{31E641A1-3FBC-406A-9D7B-4B2E3910A037}" type="presParOf" srcId="{A9D636F1-68D0-45DF-9706-AB4459B4F8FE}" destId="{7E91E96A-9E9B-4349-80B8-737DC7D530AE}" srcOrd="4" destOrd="0" presId="urn:microsoft.com/office/officeart/2018/5/layout/IconCircleLabelList"/>
    <dgm:cxn modelId="{E02A0140-7BA1-43D4-96E0-B36FCF20364D}" type="presParOf" srcId="{7E91E96A-9E9B-4349-80B8-737DC7D530AE}" destId="{F104EAD1-5EAB-4472-950E-9781B7D0E803}" srcOrd="0" destOrd="0" presId="urn:microsoft.com/office/officeart/2018/5/layout/IconCircleLabelList"/>
    <dgm:cxn modelId="{DAD37274-65B0-4916-90AB-86088E38DFD3}" type="presParOf" srcId="{7E91E96A-9E9B-4349-80B8-737DC7D530AE}" destId="{0FAC55EB-BA4C-46D7-A775-9D6740A2A240}" srcOrd="1" destOrd="0" presId="urn:microsoft.com/office/officeart/2018/5/layout/IconCircleLabelList"/>
    <dgm:cxn modelId="{514622A0-7E3E-48DD-AA56-79D618EA0626}" type="presParOf" srcId="{7E91E96A-9E9B-4349-80B8-737DC7D530AE}" destId="{B79047DA-BBED-4146-963D-9FABCCB43569}" srcOrd="2" destOrd="0" presId="urn:microsoft.com/office/officeart/2018/5/layout/IconCircleLabelList"/>
    <dgm:cxn modelId="{9C1FA60C-992E-4CEB-A34F-C0EB2E0CBA76}" type="presParOf" srcId="{7E91E96A-9E9B-4349-80B8-737DC7D530AE}" destId="{CCE1190A-7203-497F-82AE-04BE0AA6A44F}" srcOrd="3" destOrd="0" presId="urn:microsoft.com/office/officeart/2018/5/layout/IconCircleLabelList"/>
    <dgm:cxn modelId="{6C84BE2C-AA73-4418-AA26-D79D0B225DE3}" type="presParOf" srcId="{A9D636F1-68D0-45DF-9706-AB4459B4F8FE}" destId="{7D852C05-10DF-441A-90F0-6C2F3E37F0DD}" srcOrd="5" destOrd="0" presId="urn:microsoft.com/office/officeart/2018/5/layout/IconCircleLabelList"/>
    <dgm:cxn modelId="{7C16FDFC-8B0A-44D1-AE80-6FCEF2540D6B}" type="presParOf" srcId="{A9D636F1-68D0-45DF-9706-AB4459B4F8FE}" destId="{7F44B41D-9F50-4FA5-B8C8-AC36CBBA84FD}" srcOrd="6" destOrd="0" presId="urn:microsoft.com/office/officeart/2018/5/layout/IconCircleLabelList"/>
    <dgm:cxn modelId="{68D2CC0E-6233-4D49-8D9E-2460DE6B180F}" type="presParOf" srcId="{7F44B41D-9F50-4FA5-B8C8-AC36CBBA84FD}" destId="{4EEF4F3F-32EA-4E77-9158-0738881D3013}" srcOrd="0" destOrd="0" presId="urn:microsoft.com/office/officeart/2018/5/layout/IconCircleLabelList"/>
    <dgm:cxn modelId="{34F1E397-97F6-48B1-A89A-88053D17839C}" type="presParOf" srcId="{7F44B41D-9F50-4FA5-B8C8-AC36CBBA84FD}" destId="{F2826FA3-B6ED-483B-8F96-E662FB402417}" srcOrd="1" destOrd="0" presId="urn:microsoft.com/office/officeart/2018/5/layout/IconCircleLabelList"/>
    <dgm:cxn modelId="{3681CDAB-D632-4363-9451-95D214A48590}" type="presParOf" srcId="{7F44B41D-9F50-4FA5-B8C8-AC36CBBA84FD}" destId="{667BCD1F-D91B-4336-8BB4-EB8D6DF8E29F}" srcOrd="2" destOrd="0" presId="urn:microsoft.com/office/officeart/2018/5/layout/IconCircleLabelList"/>
    <dgm:cxn modelId="{84D05BEF-4283-4270-AA13-A41A95103E14}" type="presParOf" srcId="{7F44B41D-9F50-4FA5-B8C8-AC36CBBA84FD}" destId="{46826752-0BF7-421B-81AA-DC5B54FCD5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842CA9-B3E9-4B92-8D53-F198DC2E019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D2745F-EE20-47EA-8D5D-10461C174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Availability – Real industrial designs confidential; limited public datasets</a:t>
          </a:r>
        </a:p>
      </dgm:t>
    </dgm:pt>
    <dgm:pt modelId="{BB484C25-DFE5-4995-92A3-703D4E7571C9}" type="parTrans" cxnId="{10C6094B-3DA9-414E-8E79-7538F836C1CF}">
      <dgm:prSet/>
      <dgm:spPr/>
      <dgm:t>
        <a:bodyPr/>
        <a:lstStyle/>
        <a:p>
          <a:endParaRPr lang="en-US"/>
        </a:p>
      </dgm:t>
    </dgm:pt>
    <dgm:pt modelId="{F060C994-54FA-4ABE-AD7C-2DCEF41A43BA}" type="sibTrans" cxnId="{10C6094B-3DA9-414E-8E79-7538F836C1CF}">
      <dgm:prSet/>
      <dgm:spPr/>
      <dgm:t>
        <a:bodyPr/>
        <a:lstStyle/>
        <a:p>
          <a:endParaRPr lang="en-US"/>
        </a:p>
      </dgm:t>
    </dgm:pt>
    <dgm:pt modelId="{0C907434-E251-44A6-BBB7-2C73FAF014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Generalization – Models struggle across different technologies/nodes</a:t>
          </a:r>
        </a:p>
      </dgm:t>
    </dgm:pt>
    <dgm:pt modelId="{3CFC72A6-D820-4F40-B099-05AE30A8FA2D}" type="parTrans" cxnId="{1188623B-E1BE-4B76-8674-B1C049473E3A}">
      <dgm:prSet/>
      <dgm:spPr/>
      <dgm:t>
        <a:bodyPr/>
        <a:lstStyle/>
        <a:p>
          <a:endParaRPr lang="en-US"/>
        </a:p>
      </dgm:t>
    </dgm:pt>
    <dgm:pt modelId="{D393C73A-E29F-403D-A57C-170133953186}" type="sibTrans" cxnId="{1188623B-E1BE-4B76-8674-B1C049473E3A}">
      <dgm:prSet/>
      <dgm:spPr/>
      <dgm:t>
        <a:bodyPr/>
        <a:lstStyle/>
        <a:p>
          <a:endParaRPr lang="en-US"/>
        </a:p>
      </dgm:t>
    </dgm:pt>
    <dgm:pt modelId="{5BCF9C2D-3491-472F-AE31-DE7ADE1697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Interpretability – Black-box AI decisions hard to trust in critical design</a:t>
          </a:r>
        </a:p>
      </dgm:t>
    </dgm:pt>
    <dgm:pt modelId="{92D523DC-A4D4-43D3-8CB8-692DF99F5682}" type="parTrans" cxnId="{A2EEE8E7-33C9-4C19-A257-35494AE5E949}">
      <dgm:prSet/>
      <dgm:spPr/>
      <dgm:t>
        <a:bodyPr/>
        <a:lstStyle/>
        <a:p>
          <a:endParaRPr lang="en-US"/>
        </a:p>
      </dgm:t>
    </dgm:pt>
    <dgm:pt modelId="{CBACA9F6-EDEA-4ED3-BF1C-C3604AA6ABF6}" type="sibTrans" cxnId="{A2EEE8E7-33C9-4C19-A257-35494AE5E949}">
      <dgm:prSet/>
      <dgm:spPr/>
      <dgm:t>
        <a:bodyPr/>
        <a:lstStyle/>
        <a:p>
          <a:endParaRPr lang="en-US"/>
        </a:p>
      </dgm:t>
    </dgm:pt>
    <dgm:pt modelId="{9C97639A-ADB4-4166-B5AF-3972F1A4DD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 – Seamless EDA tool ecosystem adoption; need human-in-the-loop verification</a:t>
          </a:r>
        </a:p>
      </dgm:t>
    </dgm:pt>
    <dgm:pt modelId="{A5BC0C7B-2150-4BDD-B661-0A9FD962B0CA}" type="parTrans" cxnId="{B8040FE4-5834-41D4-969A-D4E1800ACAC4}">
      <dgm:prSet/>
      <dgm:spPr/>
      <dgm:t>
        <a:bodyPr/>
        <a:lstStyle/>
        <a:p>
          <a:endParaRPr lang="en-US"/>
        </a:p>
      </dgm:t>
    </dgm:pt>
    <dgm:pt modelId="{9748FFCE-B336-4E5E-89AD-1E18C51173E7}" type="sibTrans" cxnId="{B8040FE4-5834-41D4-969A-D4E1800ACAC4}">
      <dgm:prSet/>
      <dgm:spPr/>
      <dgm:t>
        <a:bodyPr/>
        <a:lstStyle/>
        <a:p>
          <a:endParaRPr lang="en-US"/>
        </a:p>
      </dgm:t>
    </dgm:pt>
    <dgm:pt modelId="{66F2CBD6-3856-4083-B148-739FDB3DA2A4}" type="pres">
      <dgm:prSet presAssocID="{70842CA9-B3E9-4B92-8D53-F198DC2E0198}" presName="root" presStyleCnt="0">
        <dgm:presLayoutVars>
          <dgm:dir/>
          <dgm:resizeHandles val="exact"/>
        </dgm:presLayoutVars>
      </dgm:prSet>
      <dgm:spPr/>
    </dgm:pt>
    <dgm:pt modelId="{ED210435-C5C0-419A-A4A5-3992024FE008}" type="pres">
      <dgm:prSet presAssocID="{EBD2745F-EE20-47EA-8D5D-10461C1746B1}" presName="compNode" presStyleCnt="0"/>
      <dgm:spPr/>
    </dgm:pt>
    <dgm:pt modelId="{EB874E9B-9458-405F-BE83-5B31B1D12325}" type="pres">
      <dgm:prSet presAssocID="{EBD2745F-EE20-47EA-8D5D-10461C1746B1}" presName="bgRect" presStyleLbl="bgShp" presStyleIdx="0" presStyleCnt="4"/>
      <dgm:spPr/>
    </dgm:pt>
    <dgm:pt modelId="{35F3CFDE-3E26-4E1A-BDB9-E9956D11ACD8}" type="pres">
      <dgm:prSet presAssocID="{EBD2745F-EE20-47EA-8D5D-10461C1746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791A4E-8143-4412-8108-C231DE312D73}" type="pres">
      <dgm:prSet presAssocID="{EBD2745F-EE20-47EA-8D5D-10461C1746B1}" presName="spaceRect" presStyleCnt="0"/>
      <dgm:spPr/>
    </dgm:pt>
    <dgm:pt modelId="{C3D07752-A35A-4B5F-A547-D031F36C8B18}" type="pres">
      <dgm:prSet presAssocID="{EBD2745F-EE20-47EA-8D5D-10461C1746B1}" presName="parTx" presStyleLbl="revTx" presStyleIdx="0" presStyleCnt="4">
        <dgm:presLayoutVars>
          <dgm:chMax val="0"/>
          <dgm:chPref val="0"/>
        </dgm:presLayoutVars>
      </dgm:prSet>
      <dgm:spPr/>
    </dgm:pt>
    <dgm:pt modelId="{65EA3A18-6FE7-4AB3-A0AA-9C4051EE8C8C}" type="pres">
      <dgm:prSet presAssocID="{F060C994-54FA-4ABE-AD7C-2DCEF41A43BA}" presName="sibTrans" presStyleCnt="0"/>
      <dgm:spPr/>
    </dgm:pt>
    <dgm:pt modelId="{44B4B3D1-5E22-4AC6-A200-A67369BAB6B5}" type="pres">
      <dgm:prSet presAssocID="{0C907434-E251-44A6-BBB7-2C73FAF01489}" presName="compNode" presStyleCnt="0"/>
      <dgm:spPr/>
    </dgm:pt>
    <dgm:pt modelId="{3E6E08A0-467B-482E-9C08-2241BE779DCD}" type="pres">
      <dgm:prSet presAssocID="{0C907434-E251-44A6-BBB7-2C73FAF01489}" presName="bgRect" presStyleLbl="bgShp" presStyleIdx="1" presStyleCnt="4"/>
      <dgm:spPr/>
    </dgm:pt>
    <dgm:pt modelId="{8747972E-4600-48F3-8761-69806106EAC5}" type="pres">
      <dgm:prSet presAssocID="{0C907434-E251-44A6-BBB7-2C73FAF014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E38DD0F-D6AC-4AD4-AAD9-BE7ADD0E00A8}" type="pres">
      <dgm:prSet presAssocID="{0C907434-E251-44A6-BBB7-2C73FAF01489}" presName="spaceRect" presStyleCnt="0"/>
      <dgm:spPr/>
    </dgm:pt>
    <dgm:pt modelId="{E8B0D038-E8A2-457C-BCCE-07C1430E03E7}" type="pres">
      <dgm:prSet presAssocID="{0C907434-E251-44A6-BBB7-2C73FAF01489}" presName="parTx" presStyleLbl="revTx" presStyleIdx="1" presStyleCnt="4">
        <dgm:presLayoutVars>
          <dgm:chMax val="0"/>
          <dgm:chPref val="0"/>
        </dgm:presLayoutVars>
      </dgm:prSet>
      <dgm:spPr/>
    </dgm:pt>
    <dgm:pt modelId="{44CA69A1-A686-49B8-9024-00E01C8CB4AB}" type="pres">
      <dgm:prSet presAssocID="{D393C73A-E29F-403D-A57C-170133953186}" presName="sibTrans" presStyleCnt="0"/>
      <dgm:spPr/>
    </dgm:pt>
    <dgm:pt modelId="{3B281557-CD36-40F8-80FD-25FE2F8A35A4}" type="pres">
      <dgm:prSet presAssocID="{5BCF9C2D-3491-472F-AE31-DE7ADE16975D}" presName="compNode" presStyleCnt="0"/>
      <dgm:spPr/>
    </dgm:pt>
    <dgm:pt modelId="{AA6520D7-F12D-4C61-A451-B56D553E3863}" type="pres">
      <dgm:prSet presAssocID="{5BCF9C2D-3491-472F-AE31-DE7ADE16975D}" presName="bgRect" presStyleLbl="bgShp" presStyleIdx="2" presStyleCnt="4"/>
      <dgm:spPr/>
    </dgm:pt>
    <dgm:pt modelId="{A1377895-49AE-4BA1-A5C8-29ACFF0323AC}" type="pres">
      <dgm:prSet presAssocID="{5BCF9C2D-3491-472F-AE31-DE7ADE1697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94E58F8-FC08-46AF-BF1D-93D3654F78A2}" type="pres">
      <dgm:prSet presAssocID="{5BCF9C2D-3491-472F-AE31-DE7ADE16975D}" presName="spaceRect" presStyleCnt="0"/>
      <dgm:spPr/>
    </dgm:pt>
    <dgm:pt modelId="{FDDDB594-CD8C-44FF-B552-019B2759E300}" type="pres">
      <dgm:prSet presAssocID="{5BCF9C2D-3491-472F-AE31-DE7ADE16975D}" presName="parTx" presStyleLbl="revTx" presStyleIdx="2" presStyleCnt="4">
        <dgm:presLayoutVars>
          <dgm:chMax val="0"/>
          <dgm:chPref val="0"/>
        </dgm:presLayoutVars>
      </dgm:prSet>
      <dgm:spPr/>
    </dgm:pt>
    <dgm:pt modelId="{4F4A87CB-0E7D-4B40-A75D-EE5473366071}" type="pres">
      <dgm:prSet presAssocID="{CBACA9F6-EDEA-4ED3-BF1C-C3604AA6ABF6}" presName="sibTrans" presStyleCnt="0"/>
      <dgm:spPr/>
    </dgm:pt>
    <dgm:pt modelId="{AE47413F-76BE-4145-B7D3-81D63436DCE1}" type="pres">
      <dgm:prSet presAssocID="{9C97639A-ADB4-4166-B5AF-3972F1A4DD82}" presName="compNode" presStyleCnt="0"/>
      <dgm:spPr/>
    </dgm:pt>
    <dgm:pt modelId="{D6FB17C6-3648-47EA-9072-97737134CB5B}" type="pres">
      <dgm:prSet presAssocID="{9C97639A-ADB4-4166-B5AF-3972F1A4DD82}" presName="bgRect" presStyleLbl="bgShp" presStyleIdx="3" presStyleCnt="4"/>
      <dgm:spPr/>
    </dgm:pt>
    <dgm:pt modelId="{2CA36D11-A286-41C4-AF06-F1FA6E97EF0C}" type="pres">
      <dgm:prSet presAssocID="{9C97639A-ADB4-4166-B5AF-3972F1A4DD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6C89D47-FD42-4282-9D16-6C92A8516548}" type="pres">
      <dgm:prSet presAssocID="{9C97639A-ADB4-4166-B5AF-3972F1A4DD82}" presName="spaceRect" presStyleCnt="0"/>
      <dgm:spPr/>
    </dgm:pt>
    <dgm:pt modelId="{55AD64D2-65F0-41C4-BC36-FC894F578423}" type="pres">
      <dgm:prSet presAssocID="{9C97639A-ADB4-4166-B5AF-3972F1A4DD8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A74517-983C-4067-A8BA-3D3E28A62264}" type="presOf" srcId="{70842CA9-B3E9-4B92-8D53-F198DC2E0198}" destId="{66F2CBD6-3856-4083-B148-739FDB3DA2A4}" srcOrd="0" destOrd="0" presId="urn:microsoft.com/office/officeart/2018/2/layout/IconVerticalSolidList"/>
    <dgm:cxn modelId="{1188623B-E1BE-4B76-8674-B1C049473E3A}" srcId="{70842CA9-B3E9-4B92-8D53-F198DC2E0198}" destId="{0C907434-E251-44A6-BBB7-2C73FAF01489}" srcOrd="1" destOrd="0" parTransId="{3CFC72A6-D820-4F40-B099-05AE30A8FA2D}" sibTransId="{D393C73A-E29F-403D-A57C-170133953186}"/>
    <dgm:cxn modelId="{10C6094B-3DA9-414E-8E79-7538F836C1CF}" srcId="{70842CA9-B3E9-4B92-8D53-F198DC2E0198}" destId="{EBD2745F-EE20-47EA-8D5D-10461C1746B1}" srcOrd="0" destOrd="0" parTransId="{BB484C25-DFE5-4995-92A3-703D4E7571C9}" sibTransId="{F060C994-54FA-4ABE-AD7C-2DCEF41A43BA}"/>
    <dgm:cxn modelId="{CC7E484E-5DF8-43F4-934F-E97000B25B68}" type="presOf" srcId="{9C97639A-ADB4-4166-B5AF-3972F1A4DD82}" destId="{55AD64D2-65F0-41C4-BC36-FC894F578423}" srcOrd="0" destOrd="0" presId="urn:microsoft.com/office/officeart/2018/2/layout/IconVerticalSolidList"/>
    <dgm:cxn modelId="{9D072B5A-1B95-485D-96AC-047C601EE630}" type="presOf" srcId="{5BCF9C2D-3491-472F-AE31-DE7ADE16975D}" destId="{FDDDB594-CD8C-44FF-B552-019B2759E300}" srcOrd="0" destOrd="0" presId="urn:microsoft.com/office/officeart/2018/2/layout/IconVerticalSolidList"/>
    <dgm:cxn modelId="{06331999-745C-4E80-A94C-EAF8D9C63BF2}" type="presOf" srcId="{EBD2745F-EE20-47EA-8D5D-10461C1746B1}" destId="{C3D07752-A35A-4B5F-A547-D031F36C8B18}" srcOrd="0" destOrd="0" presId="urn:microsoft.com/office/officeart/2018/2/layout/IconVerticalSolidList"/>
    <dgm:cxn modelId="{928B84BA-0E5A-47EA-A988-E0DD836C1CF8}" type="presOf" srcId="{0C907434-E251-44A6-BBB7-2C73FAF01489}" destId="{E8B0D038-E8A2-457C-BCCE-07C1430E03E7}" srcOrd="0" destOrd="0" presId="urn:microsoft.com/office/officeart/2018/2/layout/IconVerticalSolidList"/>
    <dgm:cxn modelId="{B8040FE4-5834-41D4-969A-D4E1800ACAC4}" srcId="{70842CA9-B3E9-4B92-8D53-F198DC2E0198}" destId="{9C97639A-ADB4-4166-B5AF-3972F1A4DD82}" srcOrd="3" destOrd="0" parTransId="{A5BC0C7B-2150-4BDD-B661-0A9FD962B0CA}" sibTransId="{9748FFCE-B336-4E5E-89AD-1E18C51173E7}"/>
    <dgm:cxn modelId="{A2EEE8E7-33C9-4C19-A257-35494AE5E949}" srcId="{70842CA9-B3E9-4B92-8D53-F198DC2E0198}" destId="{5BCF9C2D-3491-472F-AE31-DE7ADE16975D}" srcOrd="2" destOrd="0" parTransId="{92D523DC-A4D4-43D3-8CB8-692DF99F5682}" sibTransId="{CBACA9F6-EDEA-4ED3-BF1C-C3604AA6ABF6}"/>
    <dgm:cxn modelId="{7E226B39-37BF-45C5-9E7D-A71A0A554229}" type="presParOf" srcId="{66F2CBD6-3856-4083-B148-739FDB3DA2A4}" destId="{ED210435-C5C0-419A-A4A5-3992024FE008}" srcOrd="0" destOrd="0" presId="urn:microsoft.com/office/officeart/2018/2/layout/IconVerticalSolidList"/>
    <dgm:cxn modelId="{AA7E7317-5038-49D4-9BF9-73AEDA1428E5}" type="presParOf" srcId="{ED210435-C5C0-419A-A4A5-3992024FE008}" destId="{EB874E9B-9458-405F-BE83-5B31B1D12325}" srcOrd="0" destOrd="0" presId="urn:microsoft.com/office/officeart/2018/2/layout/IconVerticalSolidList"/>
    <dgm:cxn modelId="{D3EE538D-ECE1-4848-AD55-F96D6FA05A47}" type="presParOf" srcId="{ED210435-C5C0-419A-A4A5-3992024FE008}" destId="{35F3CFDE-3E26-4E1A-BDB9-E9956D11ACD8}" srcOrd="1" destOrd="0" presId="urn:microsoft.com/office/officeart/2018/2/layout/IconVerticalSolidList"/>
    <dgm:cxn modelId="{197BAD14-AA05-4357-BAE4-09C66B7EE420}" type="presParOf" srcId="{ED210435-C5C0-419A-A4A5-3992024FE008}" destId="{8E791A4E-8143-4412-8108-C231DE312D73}" srcOrd="2" destOrd="0" presId="urn:microsoft.com/office/officeart/2018/2/layout/IconVerticalSolidList"/>
    <dgm:cxn modelId="{893DE12D-9F33-48F0-BB5B-DAB30BEF7111}" type="presParOf" srcId="{ED210435-C5C0-419A-A4A5-3992024FE008}" destId="{C3D07752-A35A-4B5F-A547-D031F36C8B18}" srcOrd="3" destOrd="0" presId="urn:microsoft.com/office/officeart/2018/2/layout/IconVerticalSolidList"/>
    <dgm:cxn modelId="{FE84B533-07AC-4161-81BE-CA3DAB284EE8}" type="presParOf" srcId="{66F2CBD6-3856-4083-B148-739FDB3DA2A4}" destId="{65EA3A18-6FE7-4AB3-A0AA-9C4051EE8C8C}" srcOrd="1" destOrd="0" presId="urn:microsoft.com/office/officeart/2018/2/layout/IconVerticalSolidList"/>
    <dgm:cxn modelId="{53DDD7A1-BC99-4321-AB50-D55943AD65DB}" type="presParOf" srcId="{66F2CBD6-3856-4083-B148-739FDB3DA2A4}" destId="{44B4B3D1-5E22-4AC6-A200-A67369BAB6B5}" srcOrd="2" destOrd="0" presId="urn:microsoft.com/office/officeart/2018/2/layout/IconVerticalSolidList"/>
    <dgm:cxn modelId="{1D88B8AE-4ADE-45BC-B5AF-E46BB4833DE0}" type="presParOf" srcId="{44B4B3D1-5E22-4AC6-A200-A67369BAB6B5}" destId="{3E6E08A0-467B-482E-9C08-2241BE779DCD}" srcOrd="0" destOrd="0" presId="urn:microsoft.com/office/officeart/2018/2/layout/IconVerticalSolidList"/>
    <dgm:cxn modelId="{72FEE7F2-4E9A-446D-8BEE-FD5E27BF7469}" type="presParOf" srcId="{44B4B3D1-5E22-4AC6-A200-A67369BAB6B5}" destId="{8747972E-4600-48F3-8761-69806106EAC5}" srcOrd="1" destOrd="0" presId="urn:microsoft.com/office/officeart/2018/2/layout/IconVerticalSolidList"/>
    <dgm:cxn modelId="{B9DA58AB-24CD-4AB7-B292-71FC353BB129}" type="presParOf" srcId="{44B4B3D1-5E22-4AC6-A200-A67369BAB6B5}" destId="{4E38DD0F-D6AC-4AD4-AAD9-BE7ADD0E00A8}" srcOrd="2" destOrd="0" presId="urn:microsoft.com/office/officeart/2018/2/layout/IconVerticalSolidList"/>
    <dgm:cxn modelId="{2F188EC5-17BB-427B-96FF-AB5EEA8F2780}" type="presParOf" srcId="{44B4B3D1-5E22-4AC6-A200-A67369BAB6B5}" destId="{E8B0D038-E8A2-457C-BCCE-07C1430E03E7}" srcOrd="3" destOrd="0" presId="urn:microsoft.com/office/officeart/2018/2/layout/IconVerticalSolidList"/>
    <dgm:cxn modelId="{71C5DBF5-0FCD-4A34-BADD-7BCCC48EB329}" type="presParOf" srcId="{66F2CBD6-3856-4083-B148-739FDB3DA2A4}" destId="{44CA69A1-A686-49B8-9024-00E01C8CB4AB}" srcOrd="3" destOrd="0" presId="urn:microsoft.com/office/officeart/2018/2/layout/IconVerticalSolidList"/>
    <dgm:cxn modelId="{595EF4E9-23C6-4FB4-8C94-609B6BE84DB8}" type="presParOf" srcId="{66F2CBD6-3856-4083-B148-739FDB3DA2A4}" destId="{3B281557-CD36-40F8-80FD-25FE2F8A35A4}" srcOrd="4" destOrd="0" presId="urn:microsoft.com/office/officeart/2018/2/layout/IconVerticalSolidList"/>
    <dgm:cxn modelId="{E3E7896A-3F2A-4A6E-8E3E-A1B0D92EE358}" type="presParOf" srcId="{3B281557-CD36-40F8-80FD-25FE2F8A35A4}" destId="{AA6520D7-F12D-4C61-A451-B56D553E3863}" srcOrd="0" destOrd="0" presId="urn:microsoft.com/office/officeart/2018/2/layout/IconVerticalSolidList"/>
    <dgm:cxn modelId="{D60F3BD1-A3FE-4FFE-B355-FE2A5E8F7562}" type="presParOf" srcId="{3B281557-CD36-40F8-80FD-25FE2F8A35A4}" destId="{A1377895-49AE-4BA1-A5C8-29ACFF0323AC}" srcOrd="1" destOrd="0" presId="urn:microsoft.com/office/officeart/2018/2/layout/IconVerticalSolidList"/>
    <dgm:cxn modelId="{9203FD6A-EDE6-4F2F-A169-37C6D778A00D}" type="presParOf" srcId="{3B281557-CD36-40F8-80FD-25FE2F8A35A4}" destId="{394E58F8-FC08-46AF-BF1D-93D3654F78A2}" srcOrd="2" destOrd="0" presId="urn:microsoft.com/office/officeart/2018/2/layout/IconVerticalSolidList"/>
    <dgm:cxn modelId="{2BF9B5A0-E365-498F-8C3A-6280099E70F3}" type="presParOf" srcId="{3B281557-CD36-40F8-80FD-25FE2F8A35A4}" destId="{FDDDB594-CD8C-44FF-B552-019B2759E300}" srcOrd="3" destOrd="0" presId="urn:microsoft.com/office/officeart/2018/2/layout/IconVerticalSolidList"/>
    <dgm:cxn modelId="{900B7AA3-085B-421C-8D20-FC6B4B0FEE9A}" type="presParOf" srcId="{66F2CBD6-3856-4083-B148-739FDB3DA2A4}" destId="{4F4A87CB-0E7D-4B40-A75D-EE5473366071}" srcOrd="5" destOrd="0" presId="urn:microsoft.com/office/officeart/2018/2/layout/IconVerticalSolidList"/>
    <dgm:cxn modelId="{2F0E7892-EA18-45CE-962D-3451527BC971}" type="presParOf" srcId="{66F2CBD6-3856-4083-B148-739FDB3DA2A4}" destId="{AE47413F-76BE-4145-B7D3-81D63436DCE1}" srcOrd="6" destOrd="0" presId="urn:microsoft.com/office/officeart/2018/2/layout/IconVerticalSolidList"/>
    <dgm:cxn modelId="{25602D36-4B21-437D-8BC4-C77ED0F7037A}" type="presParOf" srcId="{AE47413F-76BE-4145-B7D3-81D63436DCE1}" destId="{D6FB17C6-3648-47EA-9072-97737134CB5B}" srcOrd="0" destOrd="0" presId="urn:microsoft.com/office/officeart/2018/2/layout/IconVerticalSolidList"/>
    <dgm:cxn modelId="{549AB791-D60B-4F88-A71A-D13CE27ABAD2}" type="presParOf" srcId="{AE47413F-76BE-4145-B7D3-81D63436DCE1}" destId="{2CA36D11-A286-41C4-AF06-F1FA6E97EF0C}" srcOrd="1" destOrd="0" presId="urn:microsoft.com/office/officeart/2018/2/layout/IconVerticalSolidList"/>
    <dgm:cxn modelId="{080F328F-D794-4B04-A18F-3DBB6C11D07C}" type="presParOf" srcId="{AE47413F-76BE-4145-B7D3-81D63436DCE1}" destId="{D6C89D47-FD42-4282-9D16-6C92A8516548}" srcOrd="2" destOrd="0" presId="urn:microsoft.com/office/officeart/2018/2/layout/IconVerticalSolidList"/>
    <dgm:cxn modelId="{F2014C80-33F8-49A3-B9DD-D179000A379D}" type="presParOf" srcId="{AE47413F-76BE-4145-B7D3-81D63436DCE1}" destId="{55AD64D2-65F0-41C4-BC36-FC894F5784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503C6-1F03-44DE-A19A-B5E3A55D2266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21626-6321-42A3-BD06-57466F561A06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DEC6F-EDF3-4477-963B-45BE50B05003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Traditional EDA to AI-Native Flow</a:t>
          </a:r>
        </a:p>
      </dsp:txBody>
      <dsp:txXfrm>
        <a:off x="591168" y="371"/>
        <a:ext cx="9924431" cy="511834"/>
      </dsp:txXfrm>
    </dsp:sp>
    <dsp:sp modelId="{E143F72B-1C6B-4A8C-A212-6FC28D38CCA0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58FF3-CD86-4AB5-965A-1B52E5A51F1E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19824-9BA6-4181-B0A1-C08968746DB3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for Digital Physical Design</a:t>
          </a:r>
        </a:p>
      </dsp:txBody>
      <dsp:txXfrm>
        <a:off x="591168" y="640165"/>
        <a:ext cx="9924431" cy="511834"/>
      </dsp:txXfrm>
    </dsp:sp>
    <dsp:sp modelId="{2E382AC4-B9B9-4DB7-947F-C66D0CBFE7A3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61A19-64F4-4E4D-843D-38C731ECE505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E7BF2-0C91-4DCE-B413-5E30557B65D2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Graph Neural Networks &amp; Open Datasets</a:t>
          </a:r>
        </a:p>
      </dsp:txBody>
      <dsp:txXfrm>
        <a:off x="591168" y="1279958"/>
        <a:ext cx="9924431" cy="511834"/>
      </dsp:txXfrm>
    </dsp:sp>
    <dsp:sp modelId="{9CF38A9F-B12C-4BB7-BE49-6C9D79527A33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25108-E98F-4617-A16F-9DA0CA2C3471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E3820-062E-4911-8147-8F08196905AF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Verification &amp; High-Level Design with LLMs</a:t>
          </a:r>
        </a:p>
      </dsp:txBody>
      <dsp:txXfrm>
        <a:off x="591168" y="1919751"/>
        <a:ext cx="9924431" cy="511834"/>
      </dsp:txXfrm>
    </dsp:sp>
    <dsp:sp modelId="{CBE48C1B-E806-4C63-BAC2-7A93192C6DDB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89807-557D-4A83-91EF-266C4FBED9D8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B708F-3AEF-4B4D-953F-4EAF95EC0F26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Analog &amp; Mixed-Signal Optimization</a:t>
          </a:r>
        </a:p>
      </dsp:txBody>
      <dsp:txXfrm>
        <a:off x="591168" y="2559544"/>
        <a:ext cx="9924431" cy="511834"/>
      </dsp:txXfrm>
    </dsp:sp>
    <dsp:sp modelId="{BED33EF0-EE14-4BF8-960B-C22C0A4FDF9C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C7DA8-F28E-4693-94A2-D07D213BF54E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2AAB5-062F-4B8B-99B2-2CEDC83CC865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Commercial AI-Powered EDA Tools</a:t>
          </a:r>
        </a:p>
      </dsp:txBody>
      <dsp:txXfrm>
        <a:off x="591168" y="3199338"/>
        <a:ext cx="9924431" cy="511834"/>
      </dsp:txXfrm>
    </dsp:sp>
    <dsp:sp modelId="{CFBEF095-A2E6-4179-B481-486DBE2D5351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DD5C7-73F1-477C-A0C0-117AF4B9E7C4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15FA6-5811-45AD-B961-A6EFDC525EC9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Benefits, Challenges &amp; Future Directions</a:t>
          </a:r>
        </a:p>
      </dsp:txBody>
      <dsp:txXfrm>
        <a:off x="591168" y="3839131"/>
        <a:ext cx="9924431" cy="511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1F5E6-E512-4C25-ACA5-361C34BD7EE4}">
      <dsp:nvSpPr>
        <dsp:cNvPr id="0" name=""/>
        <dsp:cNvSpPr/>
      </dsp:nvSpPr>
      <dsp:spPr>
        <a:xfrm>
          <a:off x="459975" y="893920"/>
          <a:ext cx="1435412" cy="14354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7EA7F-55CD-4A06-A5AD-26631EF0362A}">
      <dsp:nvSpPr>
        <dsp:cNvPr id="0" name=""/>
        <dsp:cNvSpPr/>
      </dsp:nvSpPr>
      <dsp:spPr>
        <a:xfrm>
          <a:off x="765883" y="1199827"/>
          <a:ext cx="823597" cy="8235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4114C-E9D1-4346-A254-1BC7A518FB7A}">
      <dsp:nvSpPr>
        <dsp:cNvPr id="0" name=""/>
        <dsp:cNvSpPr/>
      </dsp:nvSpPr>
      <dsp:spPr>
        <a:xfrm>
          <a:off x="1114" y="2776428"/>
          <a:ext cx="23531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Design Turnaround Time – 30–50% reduction (days to hours for placement)</a:t>
          </a:r>
        </a:p>
      </dsp:txBody>
      <dsp:txXfrm>
        <a:off x="1114" y="2776428"/>
        <a:ext cx="2353135" cy="720000"/>
      </dsp:txXfrm>
    </dsp:sp>
    <dsp:sp modelId="{F44500B0-7A8C-4192-AF8E-7F949545229F}">
      <dsp:nvSpPr>
        <dsp:cNvPr id="0" name=""/>
        <dsp:cNvSpPr/>
      </dsp:nvSpPr>
      <dsp:spPr>
        <a:xfrm>
          <a:off x="3224909" y="893920"/>
          <a:ext cx="1435412" cy="14354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C9FDA-46FF-4EFA-82A7-6C7D43580E48}">
      <dsp:nvSpPr>
        <dsp:cNvPr id="0" name=""/>
        <dsp:cNvSpPr/>
      </dsp:nvSpPr>
      <dsp:spPr>
        <a:xfrm>
          <a:off x="3530817" y="1199827"/>
          <a:ext cx="823597" cy="8235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6115A-5FDB-4ED1-8E25-FAE7CFD5C44F}">
      <dsp:nvSpPr>
        <dsp:cNvPr id="0" name=""/>
        <dsp:cNvSpPr/>
      </dsp:nvSpPr>
      <dsp:spPr>
        <a:xfrm>
          <a:off x="2766048" y="2776428"/>
          <a:ext cx="23531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PPA Improvement – Power, Performance, Area optimization (2–5% gains)</a:t>
          </a:r>
        </a:p>
      </dsp:txBody>
      <dsp:txXfrm>
        <a:off x="2766048" y="2776428"/>
        <a:ext cx="2353135" cy="720000"/>
      </dsp:txXfrm>
    </dsp:sp>
    <dsp:sp modelId="{F104EAD1-5EAB-4472-950E-9781B7D0E803}">
      <dsp:nvSpPr>
        <dsp:cNvPr id="0" name=""/>
        <dsp:cNvSpPr/>
      </dsp:nvSpPr>
      <dsp:spPr>
        <a:xfrm>
          <a:off x="5989843" y="893920"/>
          <a:ext cx="1435412" cy="14354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C55EB-BA4C-46D7-A775-9D6740A2A240}">
      <dsp:nvSpPr>
        <dsp:cNvPr id="0" name=""/>
        <dsp:cNvSpPr/>
      </dsp:nvSpPr>
      <dsp:spPr>
        <a:xfrm>
          <a:off x="6295751" y="1199827"/>
          <a:ext cx="823597" cy="8235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1190A-7203-497F-82AE-04BE0AA6A44F}">
      <dsp:nvSpPr>
        <dsp:cNvPr id="0" name=""/>
        <dsp:cNvSpPr/>
      </dsp:nvSpPr>
      <dsp:spPr>
        <a:xfrm>
          <a:off x="5530982" y="2776428"/>
          <a:ext cx="23531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Automation – Reduce manual tuning and iterations</a:t>
          </a:r>
        </a:p>
      </dsp:txBody>
      <dsp:txXfrm>
        <a:off x="5530982" y="2776428"/>
        <a:ext cx="2353135" cy="720000"/>
      </dsp:txXfrm>
    </dsp:sp>
    <dsp:sp modelId="{4EEF4F3F-32EA-4E77-9158-0738881D3013}">
      <dsp:nvSpPr>
        <dsp:cNvPr id="0" name=""/>
        <dsp:cNvSpPr/>
      </dsp:nvSpPr>
      <dsp:spPr>
        <a:xfrm>
          <a:off x="8754777" y="893920"/>
          <a:ext cx="1435412" cy="14354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26FA3-B6ED-483B-8F96-E662FB402417}">
      <dsp:nvSpPr>
        <dsp:cNvPr id="0" name=""/>
        <dsp:cNvSpPr/>
      </dsp:nvSpPr>
      <dsp:spPr>
        <a:xfrm>
          <a:off x="9060685" y="1199827"/>
          <a:ext cx="823597" cy="8235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26752-0BF7-421B-81AA-DC5B54FCD537}">
      <dsp:nvSpPr>
        <dsp:cNvPr id="0" name=""/>
        <dsp:cNvSpPr/>
      </dsp:nvSpPr>
      <dsp:spPr>
        <a:xfrm>
          <a:off x="8295916" y="2776428"/>
          <a:ext cx="23531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Scalability – Handle advanced nodes (3nm, 1.4nm, …) with increasing design complexity</a:t>
          </a:r>
        </a:p>
      </dsp:txBody>
      <dsp:txXfrm>
        <a:off x="8295916" y="2776428"/>
        <a:ext cx="235313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74E9B-9458-405F-BE83-5B31B1D1232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3CFDE-3E26-4E1A-BDB9-E9956D11ACD8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07752-A35A-4B5F-A547-D031F36C8B18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Availability – Real industrial designs confidential; limited public datasets</a:t>
          </a:r>
        </a:p>
      </dsp:txBody>
      <dsp:txXfrm>
        <a:off x="1057183" y="1805"/>
        <a:ext cx="9458416" cy="915310"/>
      </dsp:txXfrm>
    </dsp:sp>
    <dsp:sp modelId="{3E6E08A0-467B-482E-9C08-2241BE779DCD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7972E-4600-48F3-8761-69806106EAC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0D038-E8A2-457C-BCCE-07C1430E03E7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Generalization – Models struggle across different technologies/nodes</a:t>
          </a:r>
        </a:p>
      </dsp:txBody>
      <dsp:txXfrm>
        <a:off x="1057183" y="1145944"/>
        <a:ext cx="9458416" cy="915310"/>
      </dsp:txXfrm>
    </dsp:sp>
    <dsp:sp modelId="{AA6520D7-F12D-4C61-A451-B56D553E3863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77895-49AE-4BA1-A5C8-29ACFF0323A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DB594-CD8C-44FF-B552-019B2759E300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Interpretability – Black-box AI decisions hard to trust in critical design</a:t>
          </a:r>
        </a:p>
      </dsp:txBody>
      <dsp:txXfrm>
        <a:off x="1057183" y="2290082"/>
        <a:ext cx="9458416" cy="915310"/>
      </dsp:txXfrm>
    </dsp:sp>
    <dsp:sp modelId="{D6FB17C6-3648-47EA-9072-97737134CB5B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36D11-A286-41C4-AF06-F1FA6E97EF0C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D64D2-65F0-41C4-BC36-FC894F578423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Integration – Seamless EDA tool ecosystem adoption; need human-in-the-loop verification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D8694-7F62-44DA-B2DA-C61FF3D3CEF4}" type="datetimeFigureOut">
              <a:rPr lang="en-DE" smtClean="0"/>
              <a:t>18/12/2025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D2421-C6F1-4CA4-AC97-A49BE0C548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26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2CB4-6274-4070-9A8A-6FD026C9D808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700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F6720-E2D1-4ACD-8B73-1FA087580B86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418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CF27-2B27-48C9-A436-05E3D1D2E854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683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C1A3-D5E8-416C-8C5E-2EF844D95B63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784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52751-1A2E-4274-AF31-0F76E88196DA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027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742-4B0F-4AB7-B56B-FC3075437415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674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74D6D-8819-4FF1-B1C8-06EC76B9B4D4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312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BE4A4-3CB8-4EAB-87BE-4F41C8C9792A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377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5E66D-6067-4058-BFDD-44843D1F353D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253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0050-15F8-4DBC-B06A-2000BB194A31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455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EE6E-AC1A-42D8-9D87-05DC4E6AEDCE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937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F47FA-32CF-4BCF-8350-F95EDDFCBC2C}" type="datetime8">
              <a:rPr lang="en-DE" smtClean="0"/>
              <a:t>18/12/2025 11:59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C8D14-B167-46D2-A54A-B04D6AA400E6}" type="slidenum">
              <a:rPr lang="en-DE" smtClean="0"/>
              <a:t>‹#›</a:t>
            </a:fld>
            <a:endParaRPr lang="en-DE"/>
          </a:p>
        </p:txBody>
      </p:sp>
      <p:pic>
        <p:nvPicPr>
          <p:cNvPr id="7" name="Picture 6" descr="A logo for a school&#10;&#10;AI-generated content may be incorrect.">
            <a:extLst>
              <a:ext uri="{FF2B5EF4-FFF2-40B4-BE49-F238E27FC236}">
                <a16:creationId xmlns:a16="http://schemas.microsoft.com/office/drawing/2014/main" id="{9F23B11F-A1CD-7926-F471-F0E73757AC2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8" t="4420" r="24207" b="8051"/>
          <a:stretch>
            <a:fillRect/>
          </a:stretch>
        </p:blipFill>
        <p:spPr>
          <a:xfrm>
            <a:off x="10497312" y="365126"/>
            <a:ext cx="856488" cy="68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9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0882-F1F3-20AC-46D5-167D6DAB8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AI-Powered EDA Tools: Current Trends and Future Directions</a:t>
            </a:r>
            <a:endParaRPr lang="en-DE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1794D2-7771-6195-1AE8-5529A8C28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7378" y="3774332"/>
            <a:ext cx="5337243" cy="909536"/>
          </a:xfrm>
        </p:spPr>
        <p:txBody>
          <a:bodyPr anchor="b">
            <a:normAutofit/>
          </a:bodyPr>
          <a:lstStyle/>
          <a:p>
            <a:r>
              <a:rPr lang="en-US" sz="2000" dirty="0"/>
              <a:t>Presented by: Abu Sayem – 2210031</a:t>
            </a:r>
          </a:p>
          <a:p>
            <a:endParaRPr lang="en-US" sz="2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0251F9-FD1E-582C-D34E-D172AB580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819" y="4301906"/>
            <a:ext cx="44728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Instructor: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Prof. Dr. –Ing. Ali Hayek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 </a:t>
            </a:r>
            <a:r>
              <a:rPr lang="en-US" dirty="0"/>
              <a:t>Advanced Hardware Engineering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3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8032-3280-EE0E-E26D-792350AA3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Agenda</a:t>
            </a:r>
            <a:br>
              <a:rPr lang="en-US" dirty="0"/>
            </a:b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60E97-01E3-B8FF-2EE7-5AC679C7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2</a:t>
            </a:fld>
            <a:endParaRPr lang="en-DE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672ADA1-0015-B135-5837-56AAA36E0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8495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846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8971-A890-1BF6-6B04-8A3F3CE2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dirty="0"/>
              <a:t>Classical RTL-to-GDSII Flow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5BE1-B413-2646-9FB5-E81D7BB2C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9978" y="2111915"/>
            <a:ext cx="4998396" cy="4244435"/>
          </a:xfrm>
        </p:spPr>
        <p:txBody>
          <a:bodyPr>
            <a:normAutofit/>
          </a:bodyPr>
          <a:lstStyle/>
          <a:p>
            <a:r>
              <a:rPr lang="en-US" sz="2000" dirty="0"/>
              <a:t>RTL Design – Register Transfer Level description (Verilog/VHDL)</a:t>
            </a:r>
            <a:r>
              <a:rPr lang="en-US" dirty="0"/>
              <a:t> </a:t>
            </a:r>
          </a:p>
          <a:p>
            <a:r>
              <a:rPr lang="en-US" sz="2000" dirty="0"/>
              <a:t>Synthesis – Gate-level netlist generation.</a:t>
            </a:r>
            <a:r>
              <a:rPr lang="en-US" dirty="0"/>
              <a:t>  </a:t>
            </a:r>
          </a:p>
          <a:p>
            <a:r>
              <a:rPr lang="en-US" sz="2000" dirty="0"/>
              <a:t>Place &amp; Route – Physical design optimization.</a:t>
            </a:r>
            <a:r>
              <a:rPr lang="en-US" dirty="0"/>
              <a:t> </a:t>
            </a:r>
          </a:p>
          <a:p>
            <a:r>
              <a:rPr lang="en-US" sz="2000" dirty="0"/>
              <a:t>Verification – Functional and physical validation.</a:t>
            </a:r>
            <a:r>
              <a:rPr lang="en-US" dirty="0"/>
              <a:t>  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41CF7-4021-4E2C-7003-FB6F00D7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3</a:t>
            </a:fld>
            <a:endParaRPr lang="en-DE"/>
          </a:p>
        </p:txBody>
      </p:sp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3F706AC4-F428-0F4C-0201-CA628AFBE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7" t="2607" r="29982" b="16782"/>
          <a:stretch>
            <a:fillRect/>
          </a:stretch>
        </p:blipFill>
        <p:spPr>
          <a:xfrm>
            <a:off x="7800197" y="1001949"/>
            <a:ext cx="1976100" cy="5642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69075E-EC1C-107A-638D-1C77F40F1402}"/>
              </a:ext>
            </a:extLst>
          </p:cNvPr>
          <p:cNvSpPr txBox="1"/>
          <p:nvPr/>
        </p:nvSpPr>
        <p:spPr>
          <a:xfrm>
            <a:off x="1214964" y="1426663"/>
            <a:ext cx="6296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From specification to fabrication-ready layout:</a:t>
            </a: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70673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79BF-3C65-AAE8-BDA0-D9AF8261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for Macro Placement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2721-E6C4-D1B8-DD09-653BC44DE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52764" y="4884814"/>
            <a:ext cx="7517006" cy="4351338"/>
          </a:xfrm>
        </p:spPr>
        <p:txBody>
          <a:bodyPr/>
          <a:lstStyle/>
          <a:p>
            <a:r>
              <a:rPr lang="en-US" sz="2000" dirty="0"/>
              <a:t>RL agents learn placement strategies autonomously</a:t>
            </a:r>
          </a:p>
          <a:p>
            <a:r>
              <a:rPr lang="en-US" sz="2000" dirty="0"/>
              <a:t>Faster convergence than traditional heuristics</a:t>
            </a:r>
          </a:p>
          <a:p>
            <a:r>
              <a:rPr lang="en-US" sz="2000" dirty="0"/>
              <a:t>Reduces design turnaround time by 30–50%</a:t>
            </a:r>
          </a:p>
          <a:p>
            <a:r>
              <a:rPr lang="en-US" sz="2000" dirty="0"/>
              <a:t>Method inspired by </a:t>
            </a:r>
            <a:r>
              <a:rPr lang="en-US" sz="2000" dirty="0" err="1"/>
              <a:t>Mirhoseini</a:t>
            </a:r>
            <a:r>
              <a:rPr lang="en-US" sz="2000" dirty="0"/>
              <a:t> et al. [DeepMind's </a:t>
            </a:r>
            <a:r>
              <a:rPr lang="en-US" sz="2000" dirty="0" err="1"/>
              <a:t>AlphaChip</a:t>
            </a:r>
            <a:r>
              <a:rPr lang="en-US" sz="2000" dirty="0"/>
              <a:t>]</a:t>
            </a:r>
          </a:p>
          <a:p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4C367-DFE8-BC36-51FF-1CA75BCF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4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7E1EC-9C7A-75F3-0CA6-7ED2A21555AE}"/>
              </a:ext>
            </a:extLst>
          </p:cNvPr>
          <p:cNvSpPr txBox="1"/>
          <p:nvPr/>
        </p:nvSpPr>
        <p:spPr>
          <a:xfrm>
            <a:off x="1070043" y="1690688"/>
            <a:ext cx="7855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Reinforcement Learning optimizes cell placement for PPA:</a:t>
            </a:r>
            <a:endParaRPr lang="en-DE" sz="2400" dirty="0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CFCD0E46-4F76-DE2D-207E-024BB616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60" y="2392686"/>
            <a:ext cx="10067611" cy="22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0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2A69-6F24-8B77-6C5F-FE492DFD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ML-Based Prediction Models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9C79D-3191-7B10-F231-6B3BBCE2A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2080" y="4846022"/>
            <a:ext cx="9951719" cy="1646853"/>
          </a:xfrm>
        </p:spPr>
        <p:txBody>
          <a:bodyPr>
            <a:normAutofit/>
          </a:bodyPr>
          <a:lstStyle/>
          <a:p>
            <a:r>
              <a:rPr lang="en-US" sz="2000" dirty="0"/>
              <a:t>Congestion Prediction – Identify bottlenecks early using ML models</a:t>
            </a:r>
          </a:p>
          <a:p>
            <a:r>
              <a:rPr lang="en-US" sz="2000" dirty="0"/>
              <a:t>Timing Closure – Gradient-boosted trees &amp; neural networks for delay prediction</a:t>
            </a:r>
          </a:p>
          <a:p>
            <a:r>
              <a:rPr lang="en-US" sz="2000" dirty="0"/>
              <a:t>Power Prediction – ML-based IR-drop and power estimation from partial implementation</a:t>
            </a:r>
          </a:p>
          <a:p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3684D-C256-FC58-FF82-28A0852F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5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2A449-4CA8-66EA-0D9E-CF073DAC9A10}"/>
              </a:ext>
            </a:extLst>
          </p:cNvPr>
          <p:cNvSpPr txBox="1"/>
          <p:nvPr/>
        </p:nvSpPr>
        <p:spPr>
          <a:xfrm>
            <a:off x="1122869" y="1573491"/>
            <a:ext cx="667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Fast, accurate estimation without full simulation:</a:t>
            </a:r>
            <a:endParaRPr lang="en-DE" sz="2400" dirty="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7638FCE-9122-FC67-E30B-5A07E8A6B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t="12621" r="2758" b="3719"/>
          <a:stretch>
            <a:fillRect/>
          </a:stretch>
        </p:blipFill>
        <p:spPr>
          <a:xfrm>
            <a:off x="1694822" y="2035156"/>
            <a:ext cx="8802356" cy="24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5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3992-715A-F730-3782-F8E5672E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 Neural Networks (GNNs)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138C-8823-6371-6294-2E73432B4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7864" y="2506662"/>
            <a:ext cx="5181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Netlists and layouts as graph structures (nodes = cells/macros, edges = nets/connections)</a:t>
            </a:r>
          </a:p>
          <a:p>
            <a:r>
              <a:rPr lang="en-US" sz="2000" dirty="0"/>
              <a:t>Open datasets enable research:  </a:t>
            </a:r>
            <a:r>
              <a:rPr lang="en-US" sz="2000" dirty="0" err="1"/>
              <a:t>CircuitNet</a:t>
            </a:r>
            <a:r>
              <a:rPr lang="en-US" sz="2000" dirty="0"/>
              <a:t>, ISPD, Bookshelf</a:t>
            </a:r>
          </a:p>
          <a:p>
            <a:r>
              <a:rPr lang="en-US" sz="2000" dirty="0"/>
              <a:t>GNNs capture design structure effectively &amp; generalize across designs</a:t>
            </a:r>
          </a:p>
          <a:p>
            <a:r>
              <a:rPr lang="en-US" sz="2000" dirty="0" err="1"/>
              <a:t>CircuitNet</a:t>
            </a:r>
            <a:r>
              <a:rPr lang="en-US" sz="2000" dirty="0"/>
              <a:t> : thousands of designs with </a:t>
            </a:r>
            <a:r>
              <a:rPr lang="en-US" sz="2000" dirty="0" err="1"/>
              <a:t>routability</a:t>
            </a:r>
            <a:r>
              <a:rPr lang="en-US" sz="2000" dirty="0"/>
              <a:t>, IR-drop, timing labels</a:t>
            </a:r>
          </a:p>
          <a:p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869EB-8399-F89A-E3C6-1630C49A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6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BE72E-CB9F-6700-A474-FE4CBC410AE0}"/>
              </a:ext>
            </a:extLst>
          </p:cNvPr>
          <p:cNvSpPr txBox="1"/>
          <p:nvPr/>
        </p:nvSpPr>
        <p:spPr>
          <a:xfrm>
            <a:off x="1147864" y="1690688"/>
            <a:ext cx="5361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Leveraging circuit topology for learning:</a:t>
            </a:r>
            <a:endParaRPr lang="en-DE" sz="2400" dirty="0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C43311A0-D3D9-2C30-DA0C-4F694EB97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64" y="2431701"/>
            <a:ext cx="5770500" cy="28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0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DE50-F442-7D8B-ADDB-7C25F4B00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4338" y="32854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 sz="5600" dirty="0"/>
              <a:t>Functional Verification &amp; LLMs</a:t>
            </a:r>
            <a:br>
              <a:rPr lang="en-US" sz="5600" dirty="0"/>
            </a:br>
            <a:endParaRPr lang="en-DE" sz="5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7035-81F4-29EF-E033-1E1E1D0F7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Large Language Models for testbench generation &amp; RTL code synthesis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Natural language specifications to RTL (</a:t>
            </a:r>
            <a:r>
              <a:rPr lang="en-US" sz="2000" dirty="0" err="1"/>
              <a:t>VerilogEval</a:t>
            </a:r>
            <a:r>
              <a:rPr lang="en-US" sz="2000" dirty="0"/>
              <a:t>  benchmarks)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ML-based test prioritization reduces simulation cycles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LLM debugging assistance &amp; automatic verification property generation</a:t>
            </a:r>
          </a:p>
          <a:p>
            <a:endParaRPr lang="en-DE" sz="20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6AB8A4F-1291-564F-120A-F3D4B101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989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D7E7-D727-88C2-494B-A6B2C1B6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Analog &amp; Mixed-Signal Optimization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3969-64E3-C08A-CB8B-51AF89643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141537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ML surrogate models for performance prediction (neural networks, Gaussian processes)</a:t>
            </a:r>
          </a:p>
          <a:p>
            <a:r>
              <a:rPr lang="en-US" sz="2200" dirty="0"/>
              <a:t>Evolutionary algorithms + Bayesian optimization for device sizing</a:t>
            </a:r>
          </a:p>
          <a:p>
            <a:r>
              <a:rPr lang="en-US" sz="2200" dirty="0"/>
              <a:t>Reduce SPICE simulation iterations significantly</a:t>
            </a:r>
          </a:p>
          <a:p>
            <a:r>
              <a:rPr lang="en-US" sz="2200" dirty="0"/>
              <a:t>Applications: amplifiers, comparators, voltage references, RF front-ends</a:t>
            </a:r>
          </a:p>
          <a:p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EBB0A-3FAE-5995-BFE6-7FA466D9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8</a:t>
            </a:fld>
            <a:endParaRPr lang="en-DE"/>
          </a:p>
        </p:txBody>
      </p:sp>
      <p:pic>
        <p:nvPicPr>
          <p:cNvPr id="7" name="Picture 6" descr="Diagram of a computer program&#10;&#10;AI-generated content may be incorrect.">
            <a:extLst>
              <a:ext uri="{FF2B5EF4-FFF2-40B4-BE49-F238E27FC236}">
                <a16:creationId xmlns:a16="http://schemas.microsoft.com/office/drawing/2014/main" id="{7528E5C7-778B-F10D-19A3-7EADDD073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53" y="2233964"/>
            <a:ext cx="5500007" cy="357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D1EA-9153-336B-D61D-DA9019AB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 Commercial AI-Powered EDA Tools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86D17-6A55-E9D2-222B-63239D3D20E0}"/>
              </a:ext>
            </a:extLst>
          </p:cNvPr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400" b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Datei:Synopsys Logo.svg – Wikipedia">
            <a:extLst>
              <a:ext uri="{FF2B5EF4-FFF2-40B4-BE49-F238E27FC236}">
                <a16:creationId xmlns:a16="http://schemas.microsoft.com/office/drawing/2014/main" id="{CCEA2563-1141-0BAA-683D-E3AF25963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34"/>
          <a:stretch>
            <a:fillRect/>
          </a:stretch>
        </p:blipFill>
        <p:spPr>
          <a:xfrm>
            <a:off x="938213" y="2906257"/>
            <a:ext cx="5157787" cy="123429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E5AAC-6E5C-8DA6-57C0-07F6583E7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0703" y="2093119"/>
            <a:ext cx="5576835" cy="36845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DSO.ai, VSO.ai, TSO.ai</a:t>
            </a:r>
          </a:p>
          <a:p>
            <a:r>
              <a:rPr lang="en-US" dirty="0"/>
              <a:t>AI-driven design space exploration &amp; physical design optimization</a:t>
            </a:r>
          </a:p>
          <a:p>
            <a:r>
              <a:rPr lang="en-US" dirty="0"/>
              <a:t>Advanced-node design support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C7FC5-17DE-DE81-5A51-D8095426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41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46EA-6697-399E-E2A7-A1CB6B63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2DBF-FA16-B663-189C-845D0412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 Commercial AI-Powered EDA Tools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D9F20-48A3-7302-3756-26AFE073476F}"/>
              </a:ext>
            </a:extLst>
          </p:cNvPr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400" b="1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A978-8B2D-000D-5CFD-8FBCAF92F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1561" y="2318505"/>
            <a:ext cx="5155977" cy="3459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Cerebrus</a:t>
            </a:r>
            <a:r>
              <a:rPr lang="en-US" dirty="0"/>
              <a:t> Intelligent Chip Explorer</a:t>
            </a:r>
          </a:p>
          <a:p>
            <a:r>
              <a:rPr lang="en-US" dirty="0"/>
              <a:t>Intelligent P&amp;R optimization for large digital blocks</a:t>
            </a:r>
          </a:p>
          <a:p>
            <a:r>
              <a:rPr lang="en-US" dirty="0"/>
              <a:t>Tunes place-and-route flow parameters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8531F-FFE5-1127-1098-8CEF6A2B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10</a:t>
            </a:fld>
            <a:endParaRPr lang="en-DE"/>
          </a:p>
        </p:txBody>
      </p:sp>
      <p:pic>
        <p:nvPicPr>
          <p:cNvPr id="1028" name="Picture 4" descr="Workflows mit Cadence optimieren! - credativ®">
            <a:extLst>
              <a:ext uri="{FF2B5EF4-FFF2-40B4-BE49-F238E27FC236}">
                <a16:creationId xmlns:a16="http://schemas.microsoft.com/office/drawing/2014/main" id="{ABDDAB34-C0CB-0924-1B8F-B13149F0A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6" y="1690688"/>
            <a:ext cx="6712985" cy="377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BE371-6815-5624-1AEF-74E62B8FF4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Solido</a:t>
            </a:r>
            <a:r>
              <a:rPr lang="en-US" dirty="0"/>
              <a:t> ML Tools</a:t>
            </a:r>
          </a:p>
          <a:p>
            <a:r>
              <a:rPr lang="en-US" dirty="0"/>
              <a:t>Variation-aware analog/RF design</a:t>
            </a:r>
          </a:p>
          <a:p>
            <a:r>
              <a:rPr lang="en-US" dirty="0"/>
              <a:t>Reduces Monte Carlo simulations for characterization</a:t>
            </a:r>
          </a:p>
          <a:p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B7D94-0997-14BA-8893-077831F3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11</a:t>
            </a:fld>
            <a:endParaRPr lang="en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F768A6-0127-55BE-246D-C42D5413E661}"/>
              </a:ext>
            </a:extLst>
          </p:cNvPr>
          <p:cNvSpPr txBox="1">
            <a:spLocks/>
          </p:cNvSpPr>
          <p:nvPr/>
        </p:nvSpPr>
        <p:spPr>
          <a:xfrm>
            <a:off x="838200" y="4333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 Commercial AI-Powered EDA Tools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 descr="Siemens EDA Wiki - Learn about Mentor on SemiWiki">
            <a:extLst>
              <a:ext uri="{FF2B5EF4-FFF2-40B4-BE49-F238E27FC236}">
                <a16:creationId xmlns:a16="http://schemas.microsoft.com/office/drawing/2014/main" id="{FB319A8A-D631-62A5-D034-6608985B9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6" b="36807"/>
          <a:stretch>
            <a:fillRect/>
          </a:stretch>
        </p:blipFill>
        <p:spPr bwMode="auto">
          <a:xfrm>
            <a:off x="5997575" y="3074796"/>
            <a:ext cx="5756469" cy="114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66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0A7CF-5855-28A7-A31C-E1B0DF0B5DB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AI-Assisted Design Flows</a:t>
            </a:r>
          </a:p>
          <a:p>
            <a:r>
              <a:rPr lang="en-US" dirty="0"/>
              <a:t>GPU &amp; tensor block optimization</a:t>
            </a:r>
          </a:p>
          <a:p>
            <a:r>
              <a:rPr lang="en-US" dirty="0"/>
              <a:t>Internal accelerator chip design</a:t>
            </a:r>
          </a:p>
          <a:p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9DD7D-31ED-9D13-585C-8D860BC4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C8D14-B167-46D2-A54A-B04D6AA400E6}" type="slidenum">
              <a:rPr lang="en-DE" smtClean="0"/>
              <a:t>12</a:t>
            </a:fld>
            <a:endParaRPr lang="en-DE"/>
          </a:p>
        </p:txBody>
      </p:sp>
      <p:pic>
        <p:nvPicPr>
          <p:cNvPr id="8" name="Picture 7" descr="NVIDIA Electronic Design Automation Research">
            <a:extLst>
              <a:ext uri="{FF2B5EF4-FFF2-40B4-BE49-F238E27FC236}">
                <a16:creationId xmlns:a16="http://schemas.microsoft.com/office/drawing/2014/main" id="{13910F74-CB92-C0EE-6D7A-F272633D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348275"/>
            <a:ext cx="4841388" cy="484138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2A578B3-047D-9728-56B6-9C50B3DD858D}"/>
              </a:ext>
            </a:extLst>
          </p:cNvPr>
          <p:cNvSpPr txBox="1">
            <a:spLocks/>
          </p:cNvSpPr>
          <p:nvPr/>
        </p:nvSpPr>
        <p:spPr>
          <a:xfrm>
            <a:off x="838200" y="4333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 Commercial AI-Powered EDA Tools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89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4462-7553-DFB7-2277-BE3FB7D20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Key Benefits of AI-Powered EDA</a:t>
            </a:r>
            <a:br>
              <a:rPr lang="en-US" dirty="0"/>
            </a:br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F07D-254C-3E0C-2641-E05D0663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13</a:t>
            </a:fld>
            <a:endParaRPr lang="en-DE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A35C1ACA-0985-A2C8-323C-276564C60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805982"/>
              </p:ext>
            </p:extLst>
          </p:nvPr>
        </p:nvGraphicFramePr>
        <p:xfrm>
          <a:off x="838200" y="1825624"/>
          <a:ext cx="10650166" cy="4390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174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2EAB-CB7D-EE72-905C-FD8FA785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Open Challenges &amp; Future Directions</a:t>
            </a:r>
            <a:br>
              <a:rPr lang="en-US" dirty="0"/>
            </a:b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16F46-4770-2A23-B00A-C34D0906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14</a:t>
            </a:fld>
            <a:endParaRPr lang="en-DE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C0F4677-5150-E964-7838-B89323673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1784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904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62CE-8BC6-ECB6-D1EA-9C23DD3F5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B2F8-FB62-FA70-36E7-CEE6744C7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0" i="0">
                <a:effectLst/>
              </a:rPr>
              <a:t>AI and machine learning are transforming chip design from manual art into automated science. While challenges remain in data availability and model generalization, commercial adoption by major EDA vendors proves real-world impact. The future belongs to engineers who master both classical EDA algorithms and modern AI/ML techniques.</a:t>
            </a:r>
            <a:endParaRPr lang="en-DE" sz="220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1F558D5-DAB0-A746-82E9-05B9882E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222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DD7B-5EB4-EEEE-C653-6299CF1B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Questions?</a:t>
            </a:r>
            <a:endParaRPr lang="en-DE" dirty="0"/>
          </a:p>
        </p:txBody>
      </p:sp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FEE829E2-DEED-AE72-7E0C-49E6794A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9" b="23924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D6C65-603A-93EA-19C4-416C6A1D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BC8D14-B167-46D2-A54A-B04D6AA400E6}" type="slidenum">
              <a:rPr lang="en-DE" smtClean="0"/>
              <a:pPr>
                <a:spcAft>
                  <a:spcPts val="600"/>
                </a:spcAft>
              </a:pPr>
              <a:t>16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BC473-F6AE-841E-B71E-A7CC671063F4}"/>
              </a:ext>
            </a:extLst>
          </p:cNvPr>
          <p:cNvSpPr txBox="1"/>
          <p:nvPr/>
        </p:nvSpPr>
        <p:spPr>
          <a:xfrm>
            <a:off x="6499698" y="5274900"/>
            <a:ext cx="10578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Do not ask </a:t>
            </a:r>
            <a:endParaRPr lang="en-DE" sz="800" dirty="0"/>
          </a:p>
        </p:txBody>
      </p:sp>
    </p:spTree>
    <p:extLst>
      <p:ext uri="{BB962C8B-B14F-4D97-AF65-F5344CB8AC3E}">
        <p14:creationId xmlns:p14="http://schemas.microsoft.com/office/powerpoint/2010/main" val="277329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944</TotalTime>
  <Words>611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AI-Powered EDA Tools: Current Trends and Future Directions</vt:lpstr>
      <vt:lpstr>Agenda </vt:lpstr>
      <vt:lpstr>Classical RTL-to-GDSII Flow </vt:lpstr>
      <vt:lpstr>AI for Macro Placement </vt:lpstr>
      <vt:lpstr>ML-Based Prediction Models </vt:lpstr>
      <vt:lpstr>Graph Neural Networks (GNNs) </vt:lpstr>
      <vt:lpstr>Functional Verification &amp; LLMs </vt:lpstr>
      <vt:lpstr>Analog &amp; Mixed-Signal Optimization </vt:lpstr>
      <vt:lpstr> Commercial AI-Powered EDA Tools </vt:lpstr>
      <vt:lpstr> Commercial AI-Powered EDA Tools </vt:lpstr>
      <vt:lpstr>PowerPoint Presentation</vt:lpstr>
      <vt:lpstr>PowerPoint Presentation</vt:lpstr>
      <vt:lpstr>Key Benefits of AI-Powered EDA </vt:lpstr>
      <vt:lpstr>Open Challenges &amp; Future Directions </vt:lpstr>
      <vt:lpstr>Conclusion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 sayem</dc:creator>
  <cp:lastModifiedBy>abu sayem</cp:lastModifiedBy>
  <cp:revision>3</cp:revision>
  <dcterms:created xsi:type="dcterms:W3CDTF">2025-12-17T19:00:06Z</dcterms:created>
  <dcterms:modified xsi:type="dcterms:W3CDTF">2025-12-18T12:34:13Z</dcterms:modified>
</cp:coreProperties>
</file>